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0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28.svg" ContentType="image/svg+xml"/>
  <Override PartName="/ppt/media/image29.svg" ContentType="image/svg+xml"/>
  <Override PartName="/ppt/media/image3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media/image33.svg" ContentType="image/svg+xml"/>
  <Override PartName="/ppt/media/image34.svg" ContentType="image/svg+xml"/>
  <Override PartName="/ppt/media/image35.svg" ContentType="image/svg+xml"/>
  <Override PartName="/ppt/media/image36.svg" ContentType="image/svg+xml"/>
  <Override PartName="/ppt/media/image37.svg" ContentType="image/svg+xml"/>
  <Override PartName="/ppt/media/image38.svg" ContentType="image/svg+xml"/>
  <Override PartName="/ppt/media/image39.svg" ContentType="image/svg+xml"/>
  <Override PartName="/ppt/media/image4.svg" ContentType="image/svg+xml"/>
  <Override PartName="/ppt/media/image40.svg" ContentType="image/svg+xml"/>
  <Override PartName="/ppt/media/image41.svg" ContentType="image/svg+xml"/>
  <Override PartName="/ppt/media/image42.svg" ContentType="image/svg+xml"/>
  <Override PartName="/ppt/media/image43.svg" ContentType="image/svg+xml"/>
  <Override PartName="/ppt/media/image44.svg" ContentType="image/svg+xml"/>
  <Override PartName="/ppt/media/image45.svg" ContentType="image/svg+xml"/>
  <Override PartName="/ppt/media/image46.svg" ContentType="image/svg+xml"/>
  <Override PartName="/ppt/media/image47.svg" ContentType="image/svg+xml"/>
  <Override PartName="/ppt/media/image48.svg" ContentType="image/svg+xml"/>
  <Override PartName="/ppt/media/image49.svg" ContentType="image/svg+xml"/>
  <Override PartName="/ppt/media/image5.svg" ContentType="image/svg+xml"/>
  <Override PartName="/ppt/media/image50.svg" ContentType="image/svg+xml"/>
  <Override PartName="/ppt/media/image51.svg" ContentType="image/svg+xml"/>
  <Override PartName="/ppt/media/image52.svg" ContentType="image/svg+xml"/>
  <Override PartName="/ppt/media/image53.svg" ContentType="image/svg+xml"/>
  <Override PartName="/ppt/media/image54.svg" ContentType="image/svg+xml"/>
  <Override PartName="/ppt/media/image55.svg" ContentType="image/svg+xml"/>
  <Override PartName="/ppt/media/image56.svg" ContentType="image/svg+xml"/>
  <Override PartName="/ppt/media/image57.svg" ContentType="image/svg+xml"/>
  <Override PartName="/ppt/media/image58.svg" ContentType="image/svg+xml"/>
  <Override PartName="/ppt/media/image59.svg" ContentType="image/svg+xml"/>
  <Override PartName="/ppt/media/image6.svg" ContentType="image/svg+xml"/>
  <Override PartName="/ppt/media/image61.svg" ContentType="image/svg+xml"/>
  <Override PartName="/ppt/media/image62.svg" ContentType="image/svg+xml"/>
  <Override PartName="/ppt/media/image63.svg" ContentType="image/svg+xml"/>
  <Override PartName="/ppt/media/image64.svg" ContentType="image/svg+xml"/>
  <Override PartName="/ppt/media/image65.svg" ContentType="image/svg+xml"/>
  <Override PartName="/ppt/media/image66.svg" ContentType="image/svg+xml"/>
  <Override PartName="/ppt/media/image67.svg" ContentType="image/svg+xml"/>
  <Override PartName="/ppt/media/image68.svg" ContentType="image/svg+xml"/>
  <Override PartName="/ppt/media/image69.svg" ContentType="image/svg+xml"/>
  <Override PartName="/ppt/media/image7.svg" ContentType="image/svg+xml"/>
  <Override PartName="/ppt/media/image70.svg" ContentType="image/svg+xml"/>
  <Override PartName="/ppt/media/image71.svg" ContentType="image/svg+xml"/>
  <Override PartName="/ppt/media/image72.svg" ContentType="image/svg+xml"/>
  <Override PartName="/ppt/media/image73.svg" ContentType="image/svg+xml"/>
  <Override PartName="/ppt/media/image74.svg" ContentType="image/svg+xml"/>
  <Override PartName="/ppt/media/image75.svg" ContentType="image/svg+xml"/>
  <Override PartName="/ppt/media/image76.svg" ContentType="image/svg+xml"/>
  <Override PartName="/ppt/media/image77.svg" ContentType="image/svg+xml"/>
  <Override PartName="/ppt/media/image78.svg" ContentType="image/svg+xml"/>
  <Override PartName="/ppt/media/image79.svg" ContentType="image/svg+xml"/>
  <Override PartName="/ppt/media/image8.svg" ContentType="image/svg+xml"/>
  <Override PartName="/ppt/media/image80.svg" ContentType="image/svg+xml"/>
  <Override PartName="/ppt/media/image81.svg" ContentType="image/svg+xml"/>
  <Override PartName="/ppt/media/image82.svg" ContentType="image/svg+xml"/>
  <Override PartName="/ppt/media/image83.svg" ContentType="image/svg+xml"/>
  <Override PartName="/ppt/media/image84.svg" ContentType="image/svg+xml"/>
  <Override PartName="/ppt/media/image85.svg" ContentType="image/svg+xml"/>
  <Override PartName="/ppt/media/image86.svg" ContentType="image/svg+xml"/>
  <Override PartName="/ppt/media/image87.svg" ContentType="image/svg+xml"/>
  <Override PartName="/ppt/media/image88.svg" ContentType="image/svg+xml"/>
  <Override PartName="/ppt/media/image89.svg" ContentType="image/svg+xml"/>
  <Override PartName="/ppt/media/image9.svg" ContentType="image/svg+xml"/>
  <Override PartName="/ppt/media/image90.svg" ContentType="image/svg+xml"/>
  <Override PartName="/ppt/media/image91.svg" ContentType="image/svg+xml"/>
  <Override PartName="/ppt/media/image92.svg" ContentType="image/svg+xml"/>
  <Override PartName="/ppt/media/image93.svg" ContentType="image/svg+xml"/>
  <Override PartName="/ppt/media/image94.svg" ContentType="image/svg+xml"/>
  <Override PartName="/ppt/media/image95.svg" ContentType="image/svg+xml"/>
  <Override PartName="/ppt/media/image96.svg" ContentType="image/svg+xml"/>
  <Override PartName="/ppt/media/image97.svg" ContentType="image/svg+xml"/>
  <Override PartName="/ppt/media/image98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78AB91-7E72-F44D-A01D-6AC258C90B3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51CF9B-03EE-FC4E-A40A-EDEBBDF35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769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svg"/><Relationship Id="rId6" Type="http://schemas.openxmlformats.org/officeDocument/2006/relationships/image" Target="../media/image4.svg"/><Relationship Id="rId7" Type="http://schemas.openxmlformats.org/officeDocument/2006/relationships/image" Target="../media/image5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svg"/><Relationship Id="rId4" Type="http://schemas.openxmlformats.org/officeDocument/2006/relationships/image" Target="../media/image7.svg"/><Relationship Id="rId5" Type="http://schemas.openxmlformats.org/officeDocument/2006/relationships/image" Target="../media/image8.svg"/><Relationship Id="rId6" Type="http://schemas.openxmlformats.org/officeDocument/2006/relationships/image" Target="../media/image9.svg"/><Relationship Id="rId7" Type="http://schemas.openxmlformats.org/officeDocument/2006/relationships/image" Target="../media/image10.svg"/><Relationship Id="rId8" Type="http://schemas.openxmlformats.org/officeDocument/2006/relationships/image" Target="../media/image11.svg"/><Relationship Id="rId9" Type="http://schemas.openxmlformats.org/officeDocument/2006/relationships/image" Target="../media/image12.svg"/><Relationship Id="rId10" Type="http://schemas.openxmlformats.org/officeDocument/2006/relationships/image" Target="../media/image13.svg"/><Relationship Id="rId11" Type="http://schemas.openxmlformats.org/officeDocument/2006/relationships/image" Target="../media/image14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Relationship Id="rId6" Type="http://schemas.openxmlformats.org/officeDocument/2006/relationships/image" Target="../media/image18.svg"/><Relationship Id="rId7" Type="http://schemas.openxmlformats.org/officeDocument/2006/relationships/image" Target="../media/image19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svg"/><Relationship Id="rId4" Type="http://schemas.openxmlformats.org/officeDocument/2006/relationships/image" Target="../media/image21.svg"/><Relationship Id="rId5" Type="http://schemas.openxmlformats.org/officeDocument/2006/relationships/image" Target="../media/image22.svg"/><Relationship Id="rId6" Type="http://schemas.openxmlformats.org/officeDocument/2006/relationships/image" Target="../media/image23.svg"/><Relationship Id="rId7" Type="http://schemas.openxmlformats.org/officeDocument/2006/relationships/image" Target="../media/image24.svg"/><Relationship Id="rId8" Type="http://schemas.openxmlformats.org/officeDocument/2006/relationships/image" Target="../media/image25.svg"/><Relationship Id="rId9" Type="http://schemas.openxmlformats.org/officeDocument/2006/relationships/image" Target="../media/image26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svg"/><Relationship Id="rId4" Type="http://schemas.openxmlformats.org/officeDocument/2006/relationships/image" Target="../media/image28.svg"/><Relationship Id="rId5" Type="http://schemas.openxmlformats.org/officeDocument/2006/relationships/image" Target="../media/image29.svg"/><Relationship Id="rId6" Type="http://schemas.openxmlformats.org/officeDocument/2006/relationships/image" Target="../media/image30.svg"/><Relationship Id="rId7" Type="http://schemas.openxmlformats.org/officeDocument/2006/relationships/image" Target="../media/image31.svg"/><Relationship Id="rId8" Type="http://schemas.openxmlformats.org/officeDocument/2006/relationships/image" Target="../media/image32.svg"/><Relationship Id="rId9" Type="http://schemas.openxmlformats.org/officeDocument/2006/relationships/image" Target="../media/image33.svg"/><Relationship Id="rId10" Type="http://schemas.openxmlformats.org/officeDocument/2006/relationships/image" Target="../media/image34.svg"/><Relationship Id="rId11" Type="http://schemas.openxmlformats.org/officeDocument/2006/relationships/image" Target="../media/image35.svg"/><Relationship Id="rId12" Type="http://schemas.openxmlformats.org/officeDocument/2006/relationships/image" Target="../media/image36.svg"/><Relationship Id="rId13" Type="http://schemas.openxmlformats.org/officeDocument/2006/relationships/image" Target="../media/image37.svg"/><Relationship Id="rId14" Type="http://schemas.openxmlformats.org/officeDocument/2006/relationships/image" Target="../media/image38.svg"/><Relationship Id="rId15" Type="http://schemas.openxmlformats.org/officeDocument/2006/relationships/image" Target="../media/image39.svg"/><Relationship Id="rId16" Type="http://schemas.openxmlformats.org/officeDocument/2006/relationships/image" Target="../media/image40.svg"/><Relationship Id="rId17" Type="http://schemas.openxmlformats.org/officeDocument/2006/relationships/image" Target="../media/image41.svg"/><Relationship Id="rId18" Type="http://schemas.openxmlformats.org/officeDocument/2006/relationships/image" Target="../media/image42.svg"/><Relationship Id="rId19" Type="http://schemas.openxmlformats.org/officeDocument/2006/relationships/image" Target="../media/image43.svg"/><Relationship Id="rId20" Type="http://schemas.openxmlformats.org/officeDocument/2006/relationships/image" Target="../media/image44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5.svg"/><Relationship Id="rId4" Type="http://schemas.openxmlformats.org/officeDocument/2006/relationships/image" Target="../media/image46.svg"/><Relationship Id="rId5" Type="http://schemas.openxmlformats.org/officeDocument/2006/relationships/image" Target="../media/image47.svg"/><Relationship Id="rId6" Type="http://schemas.openxmlformats.org/officeDocument/2006/relationships/image" Target="../media/image48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9.svg"/><Relationship Id="rId4" Type="http://schemas.openxmlformats.org/officeDocument/2006/relationships/image" Target="../media/image50.svg"/><Relationship Id="rId5" Type="http://schemas.openxmlformats.org/officeDocument/2006/relationships/image" Target="../media/image51.svg"/><Relationship Id="rId6" Type="http://schemas.openxmlformats.org/officeDocument/2006/relationships/image" Target="../media/image52.svg"/><Relationship Id="rId7" Type="http://schemas.openxmlformats.org/officeDocument/2006/relationships/image" Target="../media/image53.svg"/><Relationship Id="rId8" Type="http://schemas.openxmlformats.org/officeDocument/2006/relationships/image" Target="../media/image54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5.svg"/><Relationship Id="rId4" Type="http://schemas.openxmlformats.org/officeDocument/2006/relationships/image" Target="../media/image56.svg"/><Relationship Id="rId5" Type="http://schemas.openxmlformats.org/officeDocument/2006/relationships/image" Target="../media/image57.svg"/><Relationship Id="rId6" Type="http://schemas.openxmlformats.org/officeDocument/2006/relationships/image" Target="../media/image58.svg"/><Relationship Id="rId7" Type="http://schemas.openxmlformats.org/officeDocument/2006/relationships/image" Target="../media/image59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0.png"/><Relationship Id="rId4" Type="http://schemas.openxmlformats.org/officeDocument/2006/relationships/image" Target="../media/image61.svg"/><Relationship Id="rId5" Type="http://schemas.openxmlformats.org/officeDocument/2006/relationships/image" Target="../media/image62.svg"/><Relationship Id="rId6" Type="http://schemas.openxmlformats.org/officeDocument/2006/relationships/image" Target="../media/image63.svg"/><Relationship Id="rId7" Type="http://schemas.openxmlformats.org/officeDocument/2006/relationships/image" Target="../media/image64.svg"/><Relationship Id="rId8" Type="http://schemas.openxmlformats.org/officeDocument/2006/relationships/image" Target="../media/image65.svg"/><Relationship Id="rId9" Type="http://schemas.openxmlformats.org/officeDocument/2006/relationships/image" Target="../media/image66.svg"/><Relationship Id="rId10" Type="http://schemas.openxmlformats.org/officeDocument/2006/relationships/image" Target="../media/image67.svg"/><Relationship Id="rId11" Type="http://schemas.openxmlformats.org/officeDocument/2006/relationships/image" Target="../media/image68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9.svg"/><Relationship Id="rId4" Type="http://schemas.openxmlformats.org/officeDocument/2006/relationships/image" Target="../media/image70.svg"/><Relationship Id="rId5" Type="http://schemas.openxmlformats.org/officeDocument/2006/relationships/image" Target="../media/image71.svg"/><Relationship Id="rId6" Type="http://schemas.openxmlformats.org/officeDocument/2006/relationships/image" Target="../media/image72.svg"/><Relationship Id="rId7" Type="http://schemas.openxmlformats.org/officeDocument/2006/relationships/image" Target="../media/image73.svg"/><Relationship Id="rId8" Type="http://schemas.openxmlformats.org/officeDocument/2006/relationships/image" Target="../media/image74.svg"/><Relationship Id="rId9" Type="http://schemas.openxmlformats.org/officeDocument/2006/relationships/image" Target="../media/image75.svg"/><Relationship Id="rId10" Type="http://schemas.openxmlformats.org/officeDocument/2006/relationships/image" Target="../media/image76.svg"/><Relationship Id="rId11" Type="http://schemas.openxmlformats.org/officeDocument/2006/relationships/image" Target="../media/image77.svg"/><Relationship Id="rId12" Type="http://schemas.openxmlformats.org/officeDocument/2006/relationships/image" Target="../media/image78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9.svg"/><Relationship Id="rId4" Type="http://schemas.openxmlformats.org/officeDocument/2006/relationships/image" Target="../media/image80.svg"/><Relationship Id="rId5" Type="http://schemas.openxmlformats.org/officeDocument/2006/relationships/image" Target="../media/image81.svg"/><Relationship Id="rId6" Type="http://schemas.openxmlformats.org/officeDocument/2006/relationships/image" Target="../media/image82.svg"/><Relationship Id="rId7" Type="http://schemas.openxmlformats.org/officeDocument/2006/relationships/image" Target="../media/image83.svg"/><Relationship Id="rId8" Type="http://schemas.openxmlformats.org/officeDocument/2006/relationships/image" Target="../media/image84.svg"/><Relationship Id="rId9" Type="http://schemas.openxmlformats.org/officeDocument/2006/relationships/image" Target="../media/image85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6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7.svg"/><Relationship Id="rId4" Type="http://schemas.openxmlformats.org/officeDocument/2006/relationships/image" Target="../media/image88.svg"/><Relationship Id="rId5" Type="http://schemas.openxmlformats.org/officeDocument/2006/relationships/image" Target="../media/image89.svg"/><Relationship Id="rId6" Type="http://schemas.openxmlformats.org/officeDocument/2006/relationships/image" Target="../media/image90.svg"/><Relationship Id="rId7" Type="http://schemas.openxmlformats.org/officeDocument/2006/relationships/image" Target="../media/image91.svg"/><Relationship Id="rId8" Type="http://schemas.openxmlformats.org/officeDocument/2006/relationships/image" Target="../media/image92.svg"/><Relationship Id="rId9" Type="http://schemas.openxmlformats.org/officeDocument/2006/relationships/image" Target="../media/image93.svg"/><Relationship Id="rId10" Type="http://schemas.openxmlformats.org/officeDocument/2006/relationships/image" Target="../media/image94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5.svg"/><Relationship Id="rId4" Type="http://schemas.openxmlformats.org/officeDocument/2006/relationships/image" Target="../media/image96.svg"/><Relationship Id="rId5" Type="http://schemas.openxmlformats.org/officeDocument/2006/relationships/image" Target="../media/image97.svg"/><Relationship Id="rId6" Type="http://schemas.openxmlformats.org/officeDocument/2006/relationships/image" Target="../media/image98.svg"/><Relationship Id="rId7" Type="http://schemas.openxmlformats.org/officeDocument/2006/relationships/image" Target="../media/image99.svg"/><Relationship Id="rId8" Type="http://schemas.openxmlformats.org/officeDocument/2006/relationships/image" Target="../media/image10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973884"/>
            <a:ext cx="4258266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C9A84C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2973884"/>
            <a:ext cx="4258266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C9A84C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30000">
                <a:srgbClr val="000000">
                  <a:alpha val="0"/>
                </a:srgbClr>
              </a:gs>
              <a:gs pos="100000">
                <a:srgbClr val="000000">
                  <a:alpha val="8200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3285530"/>
            <a:ext cx="9144000" cy="185797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8000">
                <a:srgbClr val="000000">
                  <a:alpha val="0"/>
                </a:srgbClr>
              </a:gs>
              <a:gs pos="38000">
                <a:srgbClr val="C9A84C">
                  <a:alpha val="11000"/>
                </a:srgbClr>
              </a:gs>
              <a:gs pos="42000">
                <a:srgbClr val="C9A84C">
                  <a:alpha val="18000"/>
                </a:srgbClr>
              </a:gs>
              <a:gs pos="46000">
                <a:srgbClr val="C9A84C">
                  <a:alpha val="9000"/>
                </a:srgbClr>
              </a:gs>
              <a:gs pos="50000">
                <a:srgbClr val="E8C96A">
                  <a:alpha val="14000"/>
                </a:srgbClr>
              </a:gs>
              <a:gs pos="54000">
                <a:srgbClr val="C9A84C">
                  <a:alpha val="7000"/>
                </a:srgbClr>
              </a:gs>
              <a:gs pos="58000">
                <a:srgbClr val="000000">
                  <a:alpha val="0"/>
                </a:srgbClr>
              </a:gs>
            </a:gsLst>
            <a:lin ang="4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0" y="3571280"/>
            <a:ext cx="9144000" cy="157222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000000">
                  <a:alpha val="0"/>
                </a:srgbClr>
              </a:gs>
              <a:gs pos="30000">
                <a:srgbClr val="8B7A4A">
                  <a:alpha val="6000"/>
                </a:srgbClr>
              </a:gs>
              <a:gs pos="35000">
                <a:srgbClr val="C9A84C">
                  <a:alpha val="12000"/>
                </a:srgbClr>
              </a:gs>
              <a:gs pos="40000">
                <a:srgbClr val="8B7A4A">
                  <a:alpha val="4000"/>
                </a:srgbClr>
              </a:gs>
              <a:gs pos="41000">
                <a:srgbClr val="000000">
                  <a:alpha val="0"/>
                </a:srgbClr>
              </a:gs>
            </a:gsLst>
            <a:lin ang="4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 rot="-72000">
            <a:off x="0" y="3990380"/>
            <a:ext cx="9144000" cy="1012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">
                <a:srgbClr val="C9A84C">
                  <a:alpha val="0"/>
                </a:srgbClr>
              </a:gs>
              <a:gs pos="20000">
                <a:srgbClr val="C9A84C">
                  <a:alpha val="60000"/>
                </a:srgbClr>
              </a:gs>
              <a:gs pos="50000">
                <a:srgbClr val="E8C96A">
                  <a:alpha val="90000"/>
                </a:srgbClr>
              </a:gs>
              <a:gs pos="80000">
                <a:srgbClr val="C9A84C">
                  <a:alpha val="60000"/>
                </a:srgbClr>
              </a:gs>
              <a:gs pos="95000">
                <a:srgbClr val="C9A84C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115121" y="1428750"/>
            <a:ext cx="2429835" cy="228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0"/>
              </a:lnSpc>
              <a:buNone/>
            </a:pPr>
            <a:r>
              <a:rPr lang="en-US" sz="18000" kern="0" spc="-900" dirty="0">
                <a:solidFill>
                  <a:srgbClr val="C9A84C">
                    <a:alpha val="3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26</a:t>
            </a:r>
            <a:endParaRPr lang="en-US" sz="18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9795" y="0"/>
            <a:ext cx="2715220" cy="5143500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00030" y="0"/>
            <a:ext cx="3714750" cy="51435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71530" y="4714280"/>
            <a:ext cx="2571750" cy="429220"/>
          </a:xfrm>
          <a:prstGeom prst="rect">
            <a:avLst/>
          </a:prstGeom>
          <a:gradFill rotWithShape="1">
            <a:gsLst>
              <a:gs pos="0">
                <a:srgbClr val="C9A84C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5429250" y="0"/>
            <a:ext cx="371475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80808">
                  <a:alpha val="9500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372070" y="571500"/>
            <a:ext cx="7590" cy="4000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C9A84C">
                  <a:alpha val="50000"/>
                </a:srgbClr>
              </a:gs>
              <a:gs pos="50000">
                <a:srgbClr val="C9A84C">
                  <a:alpha val="70000"/>
                </a:srgbClr>
              </a:gs>
              <a:gs pos="80000">
                <a:srgbClr val="C9A84C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614511" y="787152"/>
            <a:ext cx="1924095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50" kern="0" spc="247" dirty="0">
                <a:solidFill>
                  <a:srgbClr val="8B7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PREMIUM FASHION HOUSE</a:t>
            </a:r>
            <a:endParaRPr lang="en-US" sz="650" dirty="0"/>
          </a:p>
        </p:txBody>
      </p:sp>
      <p:sp>
        <p:nvSpPr>
          <p:cNvPr id="15" name="Text 11"/>
          <p:cNvSpPr/>
          <p:nvPr/>
        </p:nvSpPr>
        <p:spPr>
          <a:xfrm>
            <a:off x="514350" y="824954"/>
            <a:ext cx="29170" cy="29170"/>
          </a:xfrm>
          <a:prstGeom prst="ellipse">
            <a:avLst/>
          </a:prstGeom>
          <a:solidFill>
            <a:srgbClr val="C9A84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2434679" y="824954"/>
            <a:ext cx="29170" cy="29170"/>
          </a:xfrm>
          <a:prstGeom prst="ellipse">
            <a:avLst/>
          </a:prstGeom>
          <a:solidFill>
            <a:srgbClr val="C9A84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514350" y="1044922"/>
            <a:ext cx="4343436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500" kern="0" spc="990" dirty="0">
                <a:gradFill rotWithShape="1">
                  <a:gsLst>
                    <a:gs pos="0">
                      <a:srgbClr val="8B7A4A"/>
                    </a:gs>
                    <a:gs pos="25000">
                      <a:srgbClr val="C9A84C"/>
                    </a:gs>
                    <a:gs pos="45000">
                      <a:srgbClr val="E8C96A"/>
                    </a:gs>
                    <a:gs pos="52000">
                      <a:srgbClr val="F5E09A"/>
                    </a:gs>
                    <a:gs pos="58000">
                      <a:srgbClr val="E8C96A"/>
                    </a:gs>
                    <a:gs pos="75000">
                      <a:srgbClr val="C9A84C"/>
                    </a:gs>
                    <a:gs pos="100000">
                      <a:srgbClr val="8B7A4A"/>
                    </a:gs>
                  </a:gsLst>
                  <a:lin ang="900000" scaled="1"/>
                </a:gra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SELF MADE</a:t>
            </a:r>
            <a:endParaRPr lang="en-US" sz="4500" dirty="0"/>
          </a:p>
        </p:txBody>
      </p:sp>
      <p:sp>
        <p:nvSpPr>
          <p:cNvPr id="18" name="Text 14"/>
          <p:cNvSpPr/>
          <p:nvPr/>
        </p:nvSpPr>
        <p:spPr>
          <a:xfrm>
            <a:off x="514350" y="2201763"/>
            <a:ext cx="4471184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spcBef>
                <a:spcPts val="110"/>
              </a:spcBef>
              <a:buNone/>
            </a:pPr>
            <a:r>
              <a:rPr lang="en-US" sz="4500" kern="0" spc="990" dirty="0">
                <a:gradFill rotWithShape="1">
                  <a:gsLst>
                    <a:gs pos="0">
                      <a:srgbClr val="8B7A4A"/>
                    </a:gs>
                    <a:gs pos="25000">
                      <a:srgbClr val="C9A84C"/>
                    </a:gs>
                    <a:gs pos="45000">
                      <a:srgbClr val="E8C96A"/>
                    </a:gs>
                    <a:gs pos="52000">
                      <a:srgbClr val="F5E09A"/>
                    </a:gs>
                    <a:gs pos="58000">
                      <a:srgbClr val="E8C96A"/>
                    </a:gs>
                    <a:gs pos="75000">
                      <a:srgbClr val="C9A84C"/>
                    </a:gs>
                    <a:gs pos="100000">
                      <a:srgbClr val="8B7A4A"/>
                    </a:gs>
                  </a:gsLst>
                  <a:lin ang="900000" scaled="1"/>
                </a:gra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LEGENDS</a:t>
            </a:r>
            <a:endParaRPr lang="en-US" sz="4500" dirty="0"/>
          </a:p>
        </p:txBody>
      </p:sp>
      <p:sp>
        <p:nvSpPr>
          <p:cNvPr id="19" name="Text 15"/>
          <p:cNvSpPr/>
          <p:nvPr/>
        </p:nvSpPr>
        <p:spPr>
          <a:xfrm>
            <a:off x="514350" y="3024634"/>
            <a:ext cx="4258270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">
                <a:srgbClr val="8B7A4A"/>
              </a:gs>
              <a:gs pos="25000">
                <a:srgbClr val="C9A84C"/>
              </a:gs>
              <a:gs pos="50000">
                <a:srgbClr val="E8C96A"/>
              </a:gs>
              <a:gs pos="75000">
                <a:srgbClr val="C9A84C"/>
              </a:gs>
              <a:gs pos="95000">
                <a:srgbClr val="8B7A4A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514350" y="3254425"/>
            <a:ext cx="4684097" cy="203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5"/>
              </a:lnSpc>
              <a:buNone/>
            </a:pPr>
            <a:r>
              <a:rPr lang="en-US" sz="1070" kern="0" spc="342" dirty="0">
                <a:solidFill>
                  <a:srgbClr val="F5EDD6">
                    <a:alpha val="85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 FULL BRAND CATALOG</a:t>
            </a:r>
            <a:endParaRPr lang="en-US" sz="107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4350" y="3760143"/>
            <a:ext cx="589508" cy="5895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04479" y="3743920"/>
            <a:ext cx="1390233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kern="0" spc="204" dirty="0">
                <a:solidFill>
                  <a:srgbClr val="8B7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ESTABLISHED 2026</a:t>
            </a:r>
            <a:endParaRPr lang="en-US" sz="680" dirty="0"/>
          </a:p>
        </p:txBody>
      </p:sp>
      <p:sp>
        <p:nvSpPr>
          <p:cNvPr id="23" name="Text 18"/>
          <p:cNvSpPr/>
          <p:nvPr/>
        </p:nvSpPr>
        <p:spPr>
          <a:xfrm>
            <a:off x="1304479" y="3930551"/>
            <a:ext cx="1289125" cy="358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44"/>
              </a:lnSpc>
              <a:buNone/>
            </a:pPr>
            <a:r>
              <a:rPr lang="en-US" sz="840" kern="0" spc="151" dirty="0">
                <a:solidFill>
                  <a:srgbClr val="F5EDD6">
                    <a:alpha val="7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Excellence Earned,</a:t>
            </a:r>
            <a:br/>
            <a:r>
              <a:rPr lang="en-US" sz="840" kern="0" spc="151" dirty="0">
                <a:solidFill>
                  <a:srgbClr val="F5EDD6">
                    <a:alpha val="7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Inherited.</a:t>
            </a:r>
            <a:endParaRPr lang="en-US" sz="840" dirty="0"/>
          </a:p>
        </p:txBody>
      </p:sp>
      <p:sp>
        <p:nvSpPr>
          <p:cNvPr id="24" name="Text 19"/>
          <p:cNvSpPr/>
          <p:nvPr/>
        </p:nvSpPr>
        <p:spPr>
          <a:xfrm>
            <a:off x="1304479" y="4358283"/>
            <a:ext cx="857250" cy="7590"/>
          </a:xfrm>
          <a:prstGeom prst="rect">
            <a:avLst/>
          </a:prstGeom>
          <a:gradFill rotWithShape="1">
            <a:gsLst>
              <a:gs pos="0">
                <a:srgbClr val="C9A84C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" y="200620"/>
            <a:ext cx="314920" cy="314920"/>
          </a:xfrm>
          <a:prstGeom prst="rect">
            <a:avLst/>
          </a:prstGeom>
        </p:spPr>
      </p:pic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99859" y="4627959"/>
            <a:ext cx="314920" cy="3149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4350" y="4775895"/>
            <a:ext cx="264704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kern="0" spc="204" dirty="0">
                <a:solidFill>
                  <a:srgbClr val="8B7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EST. 2026  ·  LUXURY STREETWEAR</a:t>
            </a:r>
            <a:endParaRPr lang="en-US" sz="730" dirty="0"/>
          </a:p>
        </p:txBody>
      </p:sp>
      <p:sp>
        <p:nvSpPr>
          <p:cNvPr id="28" name="Text 21"/>
          <p:cNvSpPr/>
          <p:nvPr/>
        </p:nvSpPr>
        <p:spPr>
          <a:xfrm>
            <a:off x="7500863" y="4796879"/>
            <a:ext cx="112878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930"/>
              </a:lnSpc>
              <a:buNone/>
            </a:pPr>
            <a:r>
              <a:rPr lang="en-US" sz="620" kern="0" spc="198" dirty="0">
                <a:solidFill>
                  <a:srgbClr val="8B7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SELFMADELEGENDSZ.COM</a:t>
            </a:r>
            <a:endParaRPr lang="en-US" sz="620" dirty="0"/>
          </a:p>
        </p:txBody>
      </p:sp>
      <p:sp>
        <p:nvSpPr>
          <p:cNvPr id="29" name="Text 22"/>
          <p:cNvSpPr/>
          <p:nvPr/>
        </p:nvSpPr>
        <p:spPr>
          <a:xfrm>
            <a:off x="7448848" y="312986"/>
            <a:ext cx="200620" cy="7590"/>
          </a:xfrm>
          <a:prstGeom prst="rect">
            <a:avLst/>
          </a:prstGeom>
          <a:solidFill>
            <a:srgbClr val="C9A84C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3"/>
          <p:cNvSpPr/>
          <p:nvPr/>
        </p:nvSpPr>
        <p:spPr>
          <a:xfrm>
            <a:off x="7706618" y="257770"/>
            <a:ext cx="101533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217" dirty="0">
                <a:solidFill>
                  <a:srgbClr val="8B7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S/S · F/W 2026</a:t>
            </a:r>
            <a:endParaRPr lang="en-US" sz="6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C9A84C">
                  <a:alpha val="300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alphaModFix amt="13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0859" y="1741215"/>
            <a:ext cx="1661071" cy="16610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86030" y="285750"/>
            <a:ext cx="7590" cy="45720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C9A84C">
                  <a:alpha val="20000"/>
                </a:srgbClr>
              </a:gs>
              <a:gs pos="70000">
                <a:srgbClr val="C9A84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72070" y="328910"/>
            <a:ext cx="729103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217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FULL BRAND CATALOG</a:t>
            </a:r>
            <a:endParaRPr lang="en-US" sz="620" dirty="0"/>
          </a:p>
        </p:txBody>
      </p:sp>
      <p:sp>
        <p:nvSpPr>
          <p:cNvPr id="6" name="Text 3"/>
          <p:cNvSpPr/>
          <p:nvPr/>
        </p:nvSpPr>
        <p:spPr>
          <a:xfrm>
            <a:off x="372070" y="504081"/>
            <a:ext cx="69596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80"/>
              </a:lnSpc>
              <a:spcAft>
                <a:spcPts val="560"/>
              </a:spcAft>
              <a:buNone/>
            </a:pPr>
            <a:r>
              <a:rPr lang="en-US" sz="2480" kern="0" spc="446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CATALOG CONTENTS</a:t>
            </a:r>
            <a:endParaRPr lang="en-US" sz="2480" dirty="0"/>
          </a:p>
        </p:txBody>
      </p:sp>
      <p:sp>
        <p:nvSpPr>
          <p:cNvPr id="7" name="Text 4"/>
          <p:cNvSpPr/>
          <p:nvPr/>
        </p:nvSpPr>
        <p:spPr>
          <a:xfrm>
            <a:off x="372070" y="889992"/>
            <a:ext cx="1857970" cy="7590"/>
          </a:xfrm>
          <a:prstGeom prst="rect">
            <a:avLst/>
          </a:prstGeom>
          <a:gradFill rotWithShape="1">
            <a:gsLst>
              <a:gs pos="0">
                <a:srgbClr val="C9A84C"/>
              </a:gs>
              <a:gs pos="100000">
                <a:srgbClr val="C9A84C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676650" y="1098203"/>
            <a:ext cx="9525" cy="939850"/>
          </a:xfrm>
          <a:prstGeom prst="rect">
            <a:avLst/>
          </a:prstGeom>
          <a:solidFill>
            <a:srgbClr val="C9A84C">
              <a:alpha val="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01241" y="1524000"/>
            <a:ext cx="173206" cy="78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20"/>
              </a:lnSpc>
              <a:buNone/>
            </a:pPr>
            <a:r>
              <a:rPr lang="en-US" sz="620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620" dirty="0"/>
          </a:p>
        </p:txBody>
      </p:sp>
      <p:sp>
        <p:nvSpPr>
          <p:cNvPr id="10" name="Text 7"/>
          <p:cNvSpPr/>
          <p:nvPr/>
        </p:nvSpPr>
        <p:spPr>
          <a:xfrm>
            <a:off x="659011" y="1442145"/>
            <a:ext cx="242441" cy="242441"/>
          </a:xfrm>
          <a:prstGeom prst="ellipse">
            <a:avLst/>
          </a:prstGeom>
          <a:solidFill>
            <a:srgbClr val="C9A84C">
              <a:alpha val="6000"/>
            </a:srgbClr>
          </a:solidFill>
          <a:ln w="9525">
            <a:solidFill>
              <a:srgbClr val="C9A84C">
                <a:alpha val="28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863" y="1496997"/>
            <a:ext cx="132588" cy="1325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01762" y="1515666"/>
            <a:ext cx="97162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24"/>
              </a:lnSpc>
              <a:buNone/>
            </a:pPr>
            <a:r>
              <a:rPr lang="en-US" sz="840" dirty="0">
                <a:solidFill>
                  <a:srgbClr val="F5EDD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BRAND STORY</a:t>
            </a:r>
            <a:endParaRPr lang="en-US" sz="840" dirty="0"/>
          </a:p>
        </p:txBody>
      </p:sp>
      <p:sp>
        <p:nvSpPr>
          <p:cNvPr id="13" name="Text 9"/>
          <p:cNvSpPr/>
          <p:nvPr/>
        </p:nvSpPr>
        <p:spPr>
          <a:xfrm>
            <a:off x="1970633" y="1559719"/>
            <a:ext cx="21580" cy="21580"/>
          </a:xfrm>
          <a:prstGeom prst="ellipse">
            <a:avLst/>
          </a:prstGeom>
          <a:solidFill>
            <a:srgbClr val="C9A84C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3686175" y="2028527"/>
            <a:ext cx="3314105" cy="9525"/>
          </a:xfrm>
          <a:prstGeom prst="rect">
            <a:avLst/>
          </a:prstGeom>
          <a:solidFill>
            <a:srgbClr val="C9A84C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3843635" y="1524000"/>
            <a:ext cx="173206" cy="78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20"/>
              </a:lnSpc>
              <a:buNone/>
            </a:pPr>
            <a:r>
              <a:rPr lang="en-US" sz="620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620" dirty="0"/>
          </a:p>
        </p:txBody>
      </p:sp>
      <p:sp>
        <p:nvSpPr>
          <p:cNvPr id="16" name="Text 12"/>
          <p:cNvSpPr/>
          <p:nvPr/>
        </p:nvSpPr>
        <p:spPr>
          <a:xfrm>
            <a:off x="4101405" y="1442145"/>
            <a:ext cx="242441" cy="242441"/>
          </a:xfrm>
          <a:prstGeom prst="ellipse">
            <a:avLst/>
          </a:prstGeom>
          <a:solidFill>
            <a:srgbClr val="C9A84C">
              <a:alpha val="6000"/>
            </a:srgbClr>
          </a:solidFill>
          <a:ln w="9525">
            <a:solidFill>
              <a:srgbClr val="C9A84C">
                <a:alpha val="28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56258" y="1496997"/>
            <a:ext cx="132588" cy="1325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444157" y="1515666"/>
            <a:ext cx="152054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24"/>
              </a:lnSpc>
              <a:buNone/>
            </a:pPr>
            <a:r>
              <a:rPr lang="en-US" sz="840" dirty="0">
                <a:solidFill>
                  <a:srgbClr val="F5EDD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APPAREL COLLECTION</a:t>
            </a:r>
            <a:endParaRPr lang="en-US" sz="840" dirty="0"/>
          </a:p>
        </p:txBody>
      </p:sp>
      <p:sp>
        <p:nvSpPr>
          <p:cNvPr id="19" name="Text 14"/>
          <p:cNvSpPr/>
          <p:nvPr/>
        </p:nvSpPr>
        <p:spPr>
          <a:xfrm>
            <a:off x="5912048" y="1559719"/>
            <a:ext cx="21580" cy="21580"/>
          </a:xfrm>
          <a:prstGeom prst="ellipse">
            <a:avLst/>
          </a:prstGeom>
          <a:solidFill>
            <a:srgbClr val="C9A84C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3676650" y="2038052"/>
            <a:ext cx="9525" cy="939850"/>
          </a:xfrm>
          <a:prstGeom prst="rect">
            <a:avLst/>
          </a:prstGeom>
          <a:solidFill>
            <a:srgbClr val="C9A84C">
              <a:alpha val="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401241" y="2463850"/>
            <a:ext cx="173206" cy="78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20"/>
              </a:lnSpc>
              <a:buNone/>
            </a:pPr>
            <a:r>
              <a:rPr lang="en-US" sz="620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620" dirty="0"/>
          </a:p>
        </p:txBody>
      </p:sp>
      <p:sp>
        <p:nvSpPr>
          <p:cNvPr id="22" name="Text 17"/>
          <p:cNvSpPr/>
          <p:nvPr/>
        </p:nvSpPr>
        <p:spPr>
          <a:xfrm>
            <a:off x="659011" y="2381994"/>
            <a:ext cx="242441" cy="242441"/>
          </a:xfrm>
          <a:prstGeom prst="ellipse">
            <a:avLst/>
          </a:prstGeom>
          <a:solidFill>
            <a:srgbClr val="C9A84C">
              <a:alpha val="6000"/>
            </a:srgbClr>
          </a:solidFill>
          <a:ln w="9525">
            <a:solidFill>
              <a:srgbClr val="C9A84C">
                <a:alpha val="28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3863" y="2436846"/>
            <a:ext cx="132588" cy="1325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01762" y="2455515"/>
            <a:ext cx="85981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24"/>
              </a:lnSpc>
              <a:buNone/>
            </a:pPr>
            <a:r>
              <a:rPr lang="en-US" sz="840" dirty="0">
                <a:solidFill>
                  <a:srgbClr val="F5EDD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TRACKSUITS</a:t>
            </a:r>
            <a:endParaRPr lang="en-US" sz="840" dirty="0"/>
          </a:p>
        </p:txBody>
      </p:sp>
      <p:sp>
        <p:nvSpPr>
          <p:cNvPr id="25" name="Text 19"/>
          <p:cNvSpPr/>
          <p:nvPr/>
        </p:nvSpPr>
        <p:spPr>
          <a:xfrm>
            <a:off x="1868984" y="2499568"/>
            <a:ext cx="21580" cy="21580"/>
          </a:xfrm>
          <a:prstGeom prst="ellipse">
            <a:avLst/>
          </a:prstGeom>
          <a:solidFill>
            <a:srgbClr val="C9A84C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3686175" y="2968377"/>
            <a:ext cx="3314105" cy="9525"/>
          </a:xfrm>
          <a:prstGeom prst="rect">
            <a:avLst/>
          </a:prstGeom>
          <a:solidFill>
            <a:srgbClr val="C9A84C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1"/>
          <p:cNvSpPr/>
          <p:nvPr/>
        </p:nvSpPr>
        <p:spPr>
          <a:xfrm>
            <a:off x="3843635" y="2463850"/>
            <a:ext cx="173206" cy="78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20"/>
              </a:lnSpc>
              <a:buNone/>
            </a:pPr>
            <a:r>
              <a:rPr lang="en-US" sz="620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620" dirty="0"/>
          </a:p>
        </p:txBody>
      </p:sp>
      <p:sp>
        <p:nvSpPr>
          <p:cNvPr id="28" name="Text 22"/>
          <p:cNvSpPr/>
          <p:nvPr/>
        </p:nvSpPr>
        <p:spPr>
          <a:xfrm>
            <a:off x="4101405" y="2381994"/>
            <a:ext cx="242441" cy="242441"/>
          </a:xfrm>
          <a:prstGeom prst="ellipse">
            <a:avLst/>
          </a:prstGeom>
          <a:solidFill>
            <a:srgbClr val="C9A84C">
              <a:alpha val="6000"/>
            </a:srgbClr>
          </a:solidFill>
          <a:ln w="9525">
            <a:solidFill>
              <a:srgbClr val="C9A84C">
                <a:alpha val="28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56258" y="2436846"/>
            <a:ext cx="132588" cy="13258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444157" y="2455515"/>
            <a:ext cx="77124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24"/>
              </a:lnSpc>
              <a:buNone/>
            </a:pPr>
            <a:r>
              <a:rPr lang="en-US" sz="840" dirty="0">
                <a:solidFill>
                  <a:srgbClr val="F5EDD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FOOTWEAR</a:t>
            </a:r>
            <a:endParaRPr lang="en-US" sz="840" dirty="0"/>
          </a:p>
        </p:txBody>
      </p:sp>
      <p:sp>
        <p:nvSpPr>
          <p:cNvPr id="31" name="Text 24"/>
          <p:cNvSpPr/>
          <p:nvPr/>
        </p:nvSpPr>
        <p:spPr>
          <a:xfrm>
            <a:off x="5230862" y="2499568"/>
            <a:ext cx="21580" cy="21580"/>
          </a:xfrm>
          <a:prstGeom prst="ellipse">
            <a:avLst/>
          </a:prstGeom>
          <a:solidFill>
            <a:srgbClr val="C9A84C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5"/>
          <p:cNvSpPr/>
          <p:nvPr/>
        </p:nvSpPr>
        <p:spPr>
          <a:xfrm>
            <a:off x="3676650" y="2977902"/>
            <a:ext cx="9525" cy="939850"/>
          </a:xfrm>
          <a:prstGeom prst="rect">
            <a:avLst/>
          </a:prstGeom>
          <a:solidFill>
            <a:srgbClr val="C9A84C">
              <a:alpha val="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6"/>
          <p:cNvSpPr/>
          <p:nvPr/>
        </p:nvSpPr>
        <p:spPr>
          <a:xfrm>
            <a:off x="401241" y="3403699"/>
            <a:ext cx="173206" cy="78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20"/>
              </a:lnSpc>
              <a:buNone/>
            </a:pPr>
            <a:r>
              <a:rPr lang="en-US" sz="620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620" dirty="0"/>
          </a:p>
        </p:txBody>
      </p:sp>
      <p:sp>
        <p:nvSpPr>
          <p:cNvPr id="34" name="Text 27"/>
          <p:cNvSpPr/>
          <p:nvPr/>
        </p:nvSpPr>
        <p:spPr>
          <a:xfrm>
            <a:off x="659011" y="3321844"/>
            <a:ext cx="242441" cy="242441"/>
          </a:xfrm>
          <a:prstGeom prst="ellipse">
            <a:avLst/>
          </a:prstGeom>
          <a:solidFill>
            <a:srgbClr val="C9A84C">
              <a:alpha val="6000"/>
            </a:srgbClr>
          </a:solidFill>
          <a:ln w="9525">
            <a:solidFill>
              <a:srgbClr val="C9A84C">
                <a:alpha val="28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3863" y="3376696"/>
            <a:ext cx="132588" cy="13258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001762" y="3395365"/>
            <a:ext cx="97588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24"/>
              </a:lnSpc>
              <a:buNone/>
            </a:pPr>
            <a:r>
              <a:rPr lang="en-US" sz="840" dirty="0">
                <a:solidFill>
                  <a:srgbClr val="F5EDD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ACCESSORIES</a:t>
            </a:r>
            <a:endParaRPr lang="en-US" sz="840" dirty="0"/>
          </a:p>
        </p:txBody>
      </p:sp>
      <p:sp>
        <p:nvSpPr>
          <p:cNvPr id="37" name="Text 29"/>
          <p:cNvSpPr/>
          <p:nvPr/>
        </p:nvSpPr>
        <p:spPr>
          <a:xfrm>
            <a:off x="1974503" y="3439418"/>
            <a:ext cx="21580" cy="21580"/>
          </a:xfrm>
          <a:prstGeom prst="ellipse">
            <a:avLst/>
          </a:prstGeom>
          <a:solidFill>
            <a:srgbClr val="C9A84C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0"/>
          <p:cNvSpPr/>
          <p:nvPr/>
        </p:nvSpPr>
        <p:spPr>
          <a:xfrm>
            <a:off x="3686175" y="3908227"/>
            <a:ext cx="3314105" cy="9525"/>
          </a:xfrm>
          <a:prstGeom prst="rect">
            <a:avLst/>
          </a:prstGeom>
          <a:solidFill>
            <a:srgbClr val="C9A84C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1"/>
          <p:cNvSpPr/>
          <p:nvPr/>
        </p:nvSpPr>
        <p:spPr>
          <a:xfrm>
            <a:off x="3843635" y="3403699"/>
            <a:ext cx="173206" cy="78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20"/>
              </a:lnSpc>
              <a:buNone/>
            </a:pPr>
            <a:r>
              <a:rPr lang="en-US" sz="620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</a:t>
            </a:r>
            <a:endParaRPr lang="en-US" sz="620" dirty="0"/>
          </a:p>
        </p:txBody>
      </p:sp>
      <p:sp>
        <p:nvSpPr>
          <p:cNvPr id="40" name="Text 32"/>
          <p:cNvSpPr/>
          <p:nvPr/>
        </p:nvSpPr>
        <p:spPr>
          <a:xfrm>
            <a:off x="4101405" y="3321844"/>
            <a:ext cx="242441" cy="242441"/>
          </a:xfrm>
          <a:prstGeom prst="ellipse">
            <a:avLst/>
          </a:prstGeom>
          <a:solidFill>
            <a:srgbClr val="C9A84C">
              <a:alpha val="6000"/>
            </a:srgbClr>
          </a:solidFill>
          <a:ln w="9525">
            <a:solidFill>
              <a:srgbClr val="C9A84C">
                <a:alpha val="28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56258" y="3376696"/>
            <a:ext cx="132588" cy="132588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4444157" y="3395365"/>
            <a:ext cx="134619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24"/>
              </a:lnSpc>
              <a:buNone/>
            </a:pPr>
            <a:r>
              <a:rPr lang="en-US" sz="840" dirty="0">
                <a:solidFill>
                  <a:srgbClr val="F5EDD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LIFESTYLE VISUALS</a:t>
            </a:r>
            <a:endParaRPr lang="en-US" sz="840" dirty="0"/>
          </a:p>
        </p:txBody>
      </p:sp>
      <p:sp>
        <p:nvSpPr>
          <p:cNvPr id="43" name="Text 34"/>
          <p:cNvSpPr/>
          <p:nvPr/>
        </p:nvSpPr>
        <p:spPr>
          <a:xfrm>
            <a:off x="5753546" y="3439418"/>
            <a:ext cx="21580" cy="21580"/>
          </a:xfrm>
          <a:prstGeom prst="ellipse">
            <a:avLst/>
          </a:prstGeom>
          <a:solidFill>
            <a:srgbClr val="C9A84C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5"/>
          <p:cNvSpPr/>
          <p:nvPr/>
        </p:nvSpPr>
        <p:spPr>
          <a:xfrm>
            <a:off x="3676650" y="3917752"/>
            <a:ext cx="9525" cy="939998"/>
          </a:xfrm>
          <a:prstGeom prst="rect">
            <a:avLst/>
          </a:prstGeom>
          <a:solidFill>
            <a:srgbClr val="C9A84C">
              <a:alpha val="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6"/>
          <p:cNvSpPr/>
          <p:nvPr/>
        </p:nvSpPr>
        <p:spPr>
          <a:xfrm>
            <a:off x="401241" y="4348311"/>
            <a:ext cx="173206" cy="78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20"/>
              </a:lnSpc>
              <a:buNone/>
            </a:pPr>
            <a:r>
              <a:rPr lang="en-US" sz="620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07</a:t>
            </a:r>
            <a:endParaRPr lang="en-US" sz="620" dirty="0"/>
          </a:p>
        </p:txBody>
      </p:sp>
      <p:sp>
        <p:nvSpPr>
          <p:cNvPr id="46" name="Text 37"/>
          <p:cNvSpPr/>
          <p:nvPr/>
        </p:nvSpPr>
        <p:spPr>
          <a:xfrm>
            <a:off x="659011" y="4266456"/>
            <a:ext cx="242441" cy="242441"/>
          </a:xfrm>
          <a:prstGeom prst="ellipse">
            <a:avLst/>
          </a:prstGeom>
          <a:solidFill>
            <a:srgbClr val="C9A84C">
              <a:alpha val="6000"/>
            </a:srgbClr>
          </a:solidFill>
          <a:ln w="9525">
            <a:solidFill>
              <a:srgbClr val="C9A84C">
                <a:alpha val="28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3863" y="4321308"/>
            <a:ext cx="132588" cy="132588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1001762" y="4340126"/>
            <a:ext cx="126597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24"/>
              </a:lnSpc>
              <a:buNone/>
            </a:pPr>
            <a:r>
              <a:rPr lang="en-US" sz="840" dirty="0">
                <a:solidFill>
                  <a:srgbClr val="F5EDD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TECHNICAL SPECS</a:t>
            </a:r>
            <a:endParaRPr lang="en-US" sz="840" dirty="0"/>
          </a:p>
        </p:txBody>
      </p:sp>
      <p:sp>
        <p:nvSpPr>
          <p:cNvPr id="49" name="Text 39"/>
          <p:cNvSpPr/>
          <p:nvPr/>
        </p:nvSpPr>
        <p:spPr>
          <a:xfrm>
            <a:off x="2238226" y="4384179"/>
            <a:ext cx="21580" cy="21580"/>
          </a:xfrm>
          <a:prstGeom prst="ellipse">
            <a:avLst/>
          </a:prstGeom>
          <a:solidFill>
            <a:srgbClr val="C9A84C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0"/>
          <p:cNvSpPr/>
          <p:nvPr/>
        </p:nvSpPr>
        <p:spPr>
          <a:xfrm>
            <a:off x="3843635" y="4348311"/>
            <a:ext cx="173206" cy="78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20"/>
              </a:lnSpc>
              <a:buNone/>
            </a:pPr>
            <a:r>
              <a:rPr lang="en-US" sz="620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08</a:t>
            </a:r>
            <a:endParaRPr lang="en-US" sz="620" dirty="0"/>
          </a:p>
        </p:txBody>
      </p:sp>
      <p:sp>
        <p:nvSpPr>
          <p:cNvPr id="51" name="Text 41"/>
          <p:cNvSpPr/>
          <p:nvPr/>
        </p:nvSpPr>
        <p:spPr>
          <a:xfrm>
            <a:off x="4101405" y="4266456"/>
            <a:ext cx="242441" cy="242441"/>
          </a:xfrm>
          <a:prstGeom prst="ellipse">
            <a:avLst/>
          </a:prstGeom>
          <a:solidFill>
            <a:srgbClr val="C9A84C">
              <a:alpha val="6000"/>
            </a:srgbClr>
          </a:solidFill>
          <a:ln w="9525">
            <a:solidFill>
              <a:srgbClr val="C9A84C">
                <a:alpha val="28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2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156258" y="4321308"/>
            <a:ext cx="132588" cy="132588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4444157" y="4340126"/>
            <a:ext cx="204327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24"/>
              </a:lnSpc>
              <a:buNone/>
            </a:pPr>
            <a:r>
              <a:rPr lang="en-US" sz="840" dirty="0">
                <a:solidFill>
                  <a:srgbClr val="F5EDD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BRAND IDENTITY &amp; ORDERING</a:t>
            </a:r>
            <a:endParaRPr lang="en-US" sz="840" dirty="0"/>
          </a:p>
        </p:txBody>
      </p:sp>
      <p:sp>
        <p:nvSpPr>
          <p:cNvPr id="54" name="Text 43"/>
          <p:cNvSpPr/>
          <p:nvPr/>
        </p:nvSpPr>
        <p:spPr>
          <a:xfrm>
            <a:off x="6387257" y="4384179"/>
            <a:ext cx="21580" cy="21580"/>
          </a:xfrm>
          <a:prstGeom prst="ellipse">
            <a:avLst/>
          </a:prstGeom>
          <a:solidFill>
            <a:srgbClr val="C9A84C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4"/>
          <p:cNvSpPr/>
          <p:nvPr/>
        </p:nvSpPr>
        <p:spPr>
          <a:xfrm>
            <a:off x="0" y="0"/>
            <a:ext cx="35421" cy="5143500"/>
          </a:xfrm>
          <a:prstGeom prst="rect">
            <a:avLst/>
          </a:prstGeom>
          <a:gradFill rotWithShape="1">
            <a:gsLst>
              <a:gs pos="0">
                <a:srgbClr val="C9A84C"/>
              </a:gs>
              <a:gs pos="60000">
                <a:srgbClr val="8B7A4A"/>
              </a:gs>
              <a:gs pos="100000">
                <a:srgbClr val="C9A84C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45"/>
          <p:cNvSpPr/>
          <p:nvPr/>
        </p:nvSpPr>
        <p:spPr>
          <a:xfrm>
            <a:off x="35421" y="4885730"/>
            <a:ext cx="9108579" cy="9525"/>
          </a:xfrm>
          <a:prstGeom prst="rect">
            <a:avLst/>
          </a:prstGeom>
          <a:solidFill>
            <a:srgbClr val="C9A84C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46"/>
          <p:cNvSpPr/>
          <p:nvPr/>
        </p:nvSpPr>
        <p:spPr>
          <a:xfrm>
            <a:off x="407491" y="4965948"/>
            <a:ext cx="1236509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MADE LEGENDS</a:t>
            </a:r>
            <a:endParaRPr lang="en-US" sz="560" dirty="0"/>
          </a:p>
        </p:txBody>
      </p:sp>
      <p:sp>
        <p:nvSpPr>
          <p:cNvPr id="58" name="Text 47"/>
          <p:cNvSpPr/>
          <p:nvPr/>
        </p:nvSpPr>
        <p:spPr>
          <a:xfrm>
            <a:off x="1617911" y="5008513"/>
            <a:ext cx="21580" cy="21580"/>
          </a:xfrm>
          <a:prstGeom prst="ellipse">
            <a:avLst/>
          </a:prstGeom>
          <a:solidFill>
            <a:srgbClr val="C9A84C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48"/>
          <p:cNvSpPr/>
          <p:nvPr/>
        </p:nvSpPr>
        <p:spPr>
          <a:xfrm>
            <a:off x="1725811" y="4965948"/>
            <a:ext cx="160174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FULL BRAND CATALOG</a:t>
            </a:r>
            <a:endParaRPr lang="en-US" sz="560" dirty="0"/>
          </a:p>
        </p:txBody>
      </p:sp>
      <p:sp>
        <p:nvSpPr>
          <p:cNvPr id="60" name="Text 49"/>
          <p:cNvSpPr/>
          <p:nvPr/>
        </p:nvSpPr>
        <p:spPr>
          <a:xfrm>
            <a:off x="3268266" y="5008513"/>
            <a:ext cx="21580" cy="21580"/>
          </a:xfrm>
          <a:prstGeom prst="ellipse">
            <a:avLst/>
          </a:prstGeom>
          <a:solidFill>
            <a:srgbClr val="C9A84C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0"/>
          <p:cNvSpPr/>
          <p:nvPr/>
        </p:nvSpPr>
        <p:spPr>
          <a:xfrm>
            <a:off x="3376166" y="4965948"/>
            <a:ext cx="99945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SELFMADELEGENDSZ.COM</a:t>
            </a:r>
            <a:endParaRPr lang="en-US" sz="5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C9A84C">
                  <a:alpha val="2000"/>
                </a:srgbClr>
              </a:gs>
              <a:gs pos="100000">
                <a:srgbClr val="C9A84C">
                  <a:alpha val="2000"/>
                </a:srgbClr>
              </a:gs>
            </a:gsLst>
            <a:lin ang="189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2500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75000">
                <a:srgbClr val="C9A84C">
                  <a:alpha val="1000"/>
                </a:srgbClr>
              </a:gs>
              <a:gs pos="100000">
                <a:srgbClr val="C9A84C">
                  <a:alpha val="1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40000">
                <a:srgbClr val="000000">
                  <a:alpha val="0"/>
                </a:srgbClr>
              </a:gs>
              <a:gs pos="100000">
                <a:srgbClr val="000000">
                  <a:alpha val="6500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74068" y="1071265"/>
            <a:ext cx="6505657" cy="3000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630"/>
              </a:lnSpc>
              <a:buNone/>
            </a:pPr>
            <a:r>
              <a:rPr lang="en-US" sz="23630" b="1" kern="0" spc="-945" dirty="0">
                <a:solidFill>
                  <a:srgbClr val="C9A84C">
                    <a:alpha val="5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</a:t>
            </a:r>
            <a:endParaRPr lang="en-US" sz="2363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alphaModFix amt="18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770" y="200620"/>
            <a:ext cx="428625" cy="42862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alphaModFix amt="18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57605" y="200620"/>
            <a:ext cx="428625" cy="4286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33081" y="1543645"/>
            <a:ext cx="140562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217" dirty="0">
                <a:solidFill>
                  <a:srgbClr val="C9A84C">
                    <a:alpha val="85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 BRAND STORY  —</a:t>
            </a:r>
            <a:endParaRPr lang="en-US" sz="62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alphaModFix amt="75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50181" y="1919436"/>
            <a:ext cx="279053" cy="23619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60504" y="1890266"/>
            <a:ext cx="5222992" cy="713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675"/>
              </a:lnSpc>
              <a:buNone/>
            </a:pPr>
            <a:r>
              <a:rPr lang="en-US" sz="2140" i="1" kern="0" spc="86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 DIDN'T WAIT FOR PERMISSION.</a:t>
            </a:r>
            <a:br/>
            <a:r>
              <a:rPr lang="en-US" sz="2140" i="1" kern="0" spc="86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 BUILT THE EMPIRE OURSELVES.</a:t>
            </a:r>
            <a:endParaRPr lang="en-US" sz="2140" dirty="0"/>
          </a:p>
        </p:txBody>
      </p:sp>
      <p:sp>
        <p:nvSpPr>
          <p:cNvPr id="11" name="Text 6"/>
          <p:cNvSpPr/>
          <p:nvPr/>
        </p:nvSpPr>
        <p:spPr>
          <a:xfrm>
            <a:off x="3429000" y="2770138"/>
            <a:ext cx="2286000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C9A84C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1803083" y="2978348"/>
            <a:ext cx="5537835" cy="1243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32"/>
              </a:lnSpc>
              <a:buNone/>
            </a:pPr>
            <a:r>
              <a:rPr lang="en-US" sz="960" dirty="0">
                <a:solidFill>
                  <a:srgbClr val="F5EDD6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Made Legends was born from the grind — built by those who refused to accept limitations.</a:t>
            </a:r>
            <a:endParaRPr lang="en-US" sz="960" dirty="0"/>
          </a:p>
          <a:p>
            <a:pPr marL="0" indent="0" algn="ctr">
              <a:lnSpc>
                <a:spcPts val="1632"/>
              </a:lnSpc>
              <a:buNone/>
            </a:pPr>
            <a:r>
              <a:rPr lang="en-US" sz="960" dirty="0">
                <a:solidFill>
                  <a:srgbClr val="F5EDD6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From the streets of independence to the global stage, SML represents excellence earned, not inherited.</a:t>
            </a:r>
            <a:endParaRPr lang="en-US" sz="960" dirty="0"/>
          </a:p>
          <a:p>
            <a:pPr marL="0" indent="0" algn="ctr">
              <a:lnSpc>
                <a:spcPts val="1632"/>
              </a:lnSpc>
              <a:buNone/>
            </a:pPr>
            <a:r>
              <a:rPr lang="en-US" sz="960" dirty="0">
                <a:solidFill>
                  <a:srgbClr val="F5EDD6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Every stitch, every silhouette, every drop is a declaration of self-sovereignty.</a:t>
            </a:r>
            <a:endParaRPr lang="en-US" sz="96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alphaModFix amt="75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14766" y="3320504"/>
            <a:ext cx="279053" cy="23619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785815" y="4257229"/>
            <a:ext cx="1572220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C9A84C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27265" y="4335810"/>
            <a:ext cx="289471" cy="28947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785815" y="4696271"/>
            <a:ext cx="1572220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C9A84C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0"/>
          <p:cNvSpPr/>
          <p:nvPr/>
        </p:nvSpPr>
        <p:spPr>
          <a:xfrm>
            <a:off x="3727475" y="4788694"/>
            <a:ext cx="1857955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kern="0" spc="153" dirty="0">
                <a:solidFill>
                  <a:srgbClr val="C9A84C">
                    <a:alpha val="55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EST. 2026  ·  SELF MADE LEGENDS</a:t>
            </a:r>
            <a:endParaRPr lang="en-US" sz="5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0">
                <a:srgbClr val="C9A84C">
                  <a:alpha val="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2917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C9A84C"/>
              </a:gs>
              <a:gs pos="80000">
                <a:srgbClr val="C9A84C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197054" y="1928515"/>
            <a:ext cx="2688930" cy="1286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0"/>
              </a:lnSpc>
              <a:buNone/>
            </a:pPr>
            <a:r>
              <a:rPr lang="en-US" sz="10130" b="1" kern="0" spc="-405" dirty="0">
                <a:solidFill>
                  <a:srgbClr val="C9A84C">
                    <a:alpha val="3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SML</a:t>
            </a:r>
            <a:endParaRPr lang="en-US" sz="10130" dirty="0"/>
          </a:p>
        </p:txBody>
      </p:sp>
      <p:sp>
        <p:nvSpPr>
          <p:cNvPr id="5" name="Text 3"/>
          <p:cNvSpPr/>
          <p:nvPr/>
        </p:nvSpPr>
        <p:spPr>
          <a:xfrm>
            <a:off x="29170" y="4857750"/>
            <a:ext cx="9525" cy="285750"/>
          </a:xfrm>
          <a:prstGeom prst="rect">
            <a:avLst/>
          </a:prstGeom>
          <a:solidFill>
            <a:srgbClr val="C9A84C">
              <a:alpha val="3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134475" y="4857750"/>
            <a:ext cx="9525" cy="285750"/>
          </a:xfrm>
          <a:prstGeom prst="rect">
            <a:avLst/>
          </a:prstGeom>
          <a:solidFill>
            <a:srgbClr val="C9A84C">
              <a:alpha val="3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09575" y="1135261"/>
            <a:ext cx="2695280" cy="3448945"/>
          </a:xfrm>
          <a:prstGeom prst="rect">
            <a:avLst/>
          </a:prstGeom>
          <a:gradFill rotWithShape="1">
            <a:gsLst>
              <a:gs pos="0">
                <a:srgbClr val="C9A84C">
                  <a:alpha val="6000"/>
                </a:srgbClr>
              </a:gs>
              <a:gs pos="60000">
                <a:srgbClr val="000000">
                  <a:alpha val="0"/>
                </a:srgbClr>
              </a:gs>
            </a:gsLst>
            <a:lin ang="4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238202" y="1135261"/>
            <a:ext cx="2695423" cy="3448945"/>
          </a:xfrm>
          <a:prstGeom prst="rect">
            <a:avLst/>
          </a:prstGeom>
          <a:gradFill rotWithShape="1">
            <a:gsLst>
              <a:gs pos="0">
                <a:srgbClr val="C9A84C">
                  <a:alpha val="6000"/>
                </a:srgbClr>
              </a:gs>
              <a:gs pos="60000">
                <a:srgbClr val="000000">
                  <a:alpha val="0"/>
                </a:srgbClr>
              </a:gs>
            </a:gsLst>
            <a:lin ang="4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66979" y="1135261"/>
            <a:ext cx="2695423" cy="3448945"/>
          </a:xfrm>
          <a:prstGeom prst="rect">
            <a:avLst/>
          </a:prstGeom>
          <a:gradFill rotWithShape="1">
            <a:gsLst>
              <a:gs pos="0">
                <a:srgbClr val="C9A84C">
                  <a:alpha val="6000"/>
                </a:srgbClr>
              </a:gs>
              <a:gs pos="60000">
                <a:srgbClr val="000000">
                  <a:alpha val="0"/>
                </a:srgbClr>
              </a:gs>
            </a:gsLst>
            <a:lin ang="4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0050" y="257770"/>
            <a:ext cx="4293796" cy="206871"/>
          </a:xfrm>
          <a:prstGeom prst="roundRect">
            <a:avLst>
              <a:gd name="adj" fmla="val 6753"/>
            </a:avLst>
          </a:prstGeom>
          <a:noFill/>
          <a:ln w="9525">
            <a:solidFill>
              <a:srgbClr val="C9A84C">
                <a:alpha val="40000"/>
              </a:srgbClr>
            </a:solidFill>
          </a:ln>
        </p:spPr>
        <p:txBody>
          <a:bodyPr wrap="none" lIns="210760" tIns="29210" rIns="100330" bIns="29210" rtlCol="0" anchor="ctr"/>
          <a:lstStyle/>
          <a:p>
            <a:pPr marL="0" indent="0" algn="l">
              <a:buNone/>
            </a:pPr>
            <a:r>
              <a:rPr lang="en-US" sz="680" kern="0" spc="204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S/S &amp; F/W 2026</a:t>
            </a:r>
            <a:endParaRPr lang="en-US" sz="68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231" y="294912"/>
            <a:ext cx="132588" cy="1325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00050" y="521791"/>
            <a:ext cx="4504276" cy="314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8"/>
              </a:lnSpc>
              <a:buNone/>
            </a:pPr>
            <a:r>
              <a:rPr lang="en-US" sz="2360" kern="0" spc="378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APPAREL COLLECTION</a:t>
            </a:r>
            <a:endParaRPr lang="en-US" sz="2360" dirty="0"/>
          </a:p>
        </p:txBody>
      </p:sp>
      <p:sp>
        <p:nvSpPr>
          <p:cNvPr id="13" name="Text 10"/>
          <p:cNvSpPr/>
          <p:nvPr/>
        </p:nvSpPr>
        <p:spPr>
          <a:xfrm>
            <a:off x="400050" y="962620"/>
            <a:ext cx="2727424" cy="7590"/>
          </a:xfrm>
          <a:prstGeom prst="rect">
            <a:avLst/>
          </a:prstGeom>
          <a:gradFill rotWithShape="1">
            <a:gsLst>
              <a:gs pos="0">
                <a:srgbClr val="C9A84C"/>
              </a:gs>
              <a:gs pos="100000">
                <a:srgbClr val="C9A84C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213795" y="907405"/>
            <a:ext cx="153544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174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CATEGORIES 2026</a:t>
            </a:r>
            <a:endParaRPr lang="en-US" sz="62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alphaModFix amt="6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14755" y="257770"/>
            <a:ext cx="257175" cy="25717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00050" y="1125736"/>
            <a:ext cx="2714327" cy="3467993"/>
          </a:xfrm>
          <a:prstGeom prst="rect">
            <a:avLst/>
          </a:prstGeom>
          <a:solidFill>
            <a:srgbClr val="141414"/>
          </a:solidFill>
          <a:ln w="9525">
            <a:solidFill>
              <a:srgbClr val="C9A84C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409575" y="1135261"/>
            <a:ext cx="2695277" cy="1714500"/>
          </a:xfrm>
          <a:prstGeom prst="rect">
            <a:avLst/>
          </a:prstGeom>
          <a:solidFill>
            <a:srgbClr val="0C0C0C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409575" y="1135261"/>
            <a:ext cx="2695277" cy="1714500"/>
          </a:xfrm>
          <a:prstGeom prst="rect">
            <a:avLst/>
          </a:prstGeom>
          <a:gradFill rotWithShape="1">
            <a:gsLst>
              <a:gs pos="0">
                <a:srgbClr val="080808">
                  <a:alpha val="10000"/>
                </a:srgbClr>
              </a:gs>
              <a:gs pos="100000">
                <a:srgbClr val="080808">
                  <a:alpha val="65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509885" y="1235571"/>
            <a:ext cx="930866" cy="180231"/>
          </a:xfrm>
          <a:prstGeom prst="roundRect">
            <a:avLst>
              <a:gd name="adj" fmla="val 4228"/>
            </a:avLst>
          </a:prstGeom>
          <a:solidFill>
            <a:srgbClr val="080808">
              <a:alpha val="75000"/>
            </a:srgbClr>
          </a:solidFill>
          <a:ln w="9525">
            <a:solidFill>
              <a:srgbClr val="C9A84C">
                <a:alpha val="40000"/>
              </a:srgbClr>
            </a:solidFill>
          </a:ln>
        </p:spPr>
        <p:txBody>
          <a:bodyPr wrap="none" lIns="71120" tIns="21590" rIns="71120" bIns="21590" rtlCol="0" anchor="t"/>
          <a:lstStyle/>
          <a:p>
            <a:pPr marL="0" indent="0" algn="l">
              <a:buNone/>
            </a:pPr>
            <a:r>
              <a:rPr lang="en-US" sz="620" kern="0" spc="155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 / HOODIES</a:t>
            </a:r>
            <a:endParaRPr lang="en-US" sz="620" dirty="0"/>
          </a:p>
        </p:txBody>
      </p:sp>
      <p:sp>
        <p:nvSpPr>
          <p:cNvPr id="20" name="Text 16"/>
          <p:cNvSpPr/>
          <p:nvPr/>
        </p:nvSpPr>
        <p:spPr>
          <a:xfrm>
            <a:off x="409575" y="2835921"/>
            <a:ext cx="2695277" cy="13840"/>
          </a:xfrm>
          <a:prstGeom prst="rect">
            <a:avLst/>
          </a:prstGeom>
          <a:gradFill rotWithShape="1">
            <a:gsLst>
              <a:gs pos="0">
                <a:srgbClr val="C9A84C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553045" y="3016895"/>
            <a:ext cx="429220" cy="7590"/>
          </a:xfrm>
          <a:prstGeom prst="rect">
            <a:avLst/>
          </a:prstGeom>
          <a:gradFill rotWithShape="1">
            <a:gsLst>
              <a:gs pos="0">
                <a:srgbClr val="C9A84C"/>
              </a:gs>
              <a:gs pos="100000">
                <a:srgbClr val="C9A84C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9825" y="2954470"/>
            <a:ext cx="132588" cy="13258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53045" y="3120777"/>
            <a:ext cx="264917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162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SIGNATURE HOODIES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553045" y="3349377"/>
            <a:ext cx="2456503" cy="4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2"/>
              </a:lnSpc>
              <a:buNone/>
            </a:pPr>
            <a:r>
              <a:rPr lang="en-US" sz="730" dirty="0">
                <a:solidFill>
                  <a:srgbClr val="F5EDD6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Heavyweight fleece construction with oversized silhouette. Embroidered SML chest logo &amp; premium gold zipper hardware throughout.</a:t>
            </a:r>
            <a:endParaRPr lang="en-US" sz="730" dirty="0"/>
          </a:p>
        </p:txBody>
      </p:sp>
      <p:sp>
        <p:nvSpPr>
          <p:cNvPr id="25" name="Text 20"/>
          <p:cNvSpPr/>
          <p:nvPr/>
        </p:nvSpPr>
        <p:spPr>
          <a:xfrm>
            <a:off x="553045" y="3866555"/>
            <a:ext cx="848171" cy="168786"/>
          </a:xfrm>
          <a:prstGeom prst="roundRect">
            <a:avLst>
              <a:gd name="adj" fmla="val 4515"/>
            </a:avLst>
          </a:prstGeom>
          <a:noFill/>
          <a:ln w="9525">
            <a:solidFill>
              <a:srgbClr val="8B7A4A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450GSM FLEECE</a:t>
            </a:r>
            <a:endParaRPr lang="en-US" sz="560" dirty="0"/>
          </a:p>
        </p:txBody>
      </p:sp>
      <p:sp>
        <p:nvSpPr>
          <p:cNvPr id="26" name="Text 21"/>
          <p:cNvSpPr/>
          <p:nvPr/>
        </p:nvSpPr>
        <p:spPr>
          <a:xfrm>
            <a:off x="1436638" y="3866555"/>
            <a:ext cx="808583" cy="168786"/>
          </a:xfrm>
          <a:prstGeom prst="roundRect">
            <a:avLst>
              <a:gd name="adj" fmla="val 4515"/>
            </a:avLst>
          </a:prstGeom>
          <a:noFill/>
          <a:ln w="9525">
            <a:solidFill>
              <a:srgbClr val="8B7A4A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OVERSIZED FIT</a:t>
            </a:r>
            <a:endParaRPr lang="en-US" sz="560" dirty="0"/>
          </a:p>
        </p:txBody>
      </p:sp>
      <p:sp>
        <p:nvSpPr>
          <p:cNvPr id="27" name="Text 22"/>
          <p:cNvSpPr/>
          <p:nvPr/>
        </p:nvSpPr>
        <p:spPr>
          <a:xfrm>
            <a:off x="2280642" y="3866555"/>
            <a:ext cx="547241" cy="168786"/>
          </a:xfrm>
          <a:prstGeom prst="roundRect">
            <a:avLst>
              <a:gd name="adj" fmla="val 4515"/>
            </a:avLst>
          </a:prstGeom>
          <a:noFill/>
          <a:ln w="9525">
            <a:solidFill>
              <a:srgbClr val="8B7A4A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HW</a:t>
            </a:r>
            <a:endParaRPr lang="en-US" sz="560" dirty="0"/>
          </a:p>
        </p:txBody>
      </p:sp>
      <p:sp>
        <p:nvSpPr>
          <p:cNvPr id="28" name="Text 23"/>
          <p:cNvSpPr/>
          <p:nvPr/>
        </p:nvSpPr>
        <p:spPr>
          <a:xfrm>
            <a:off x="3228677" y="1125736"/>
            <a:ext cx="2714476" cy="3467993"/>
          </a:xfrm>
          <a:prstGeom prst="rect">
            <a:avLst/>
          </a:prstGeom>
          <a:solidFill>
            <a:srgbClr val="141414"/>
          </a:solidFill>
          <a:ln w="9525">
            <a:solidFill>
              <a:srgbClr val="C9A84C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3238202" y="1135261"/>
            <a:ext cx="2695426" cy="1714500"/>
          </a:xfrm>
          <a:prstGeom prst="rect">
            <a:avLst/>
          </a:prstGeom>
          <a:gradFill rotWithShape="1">
            <a:gsLst>
              <a:gs pos="0">
                <a:srgbClr val="111111"/>
              </a:gs>
              <a:gs pos="100000">
                <a:srgbClr val="0A0A0A"/>
              </a:gs>
            </a:gsLst>
            <a:lin ang="4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>
            <a:alphaModFix amt="85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50060" y="1456730"/>
            <a:ext cx="1071563" cy="1071563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3338513" y="1235571"/>
            <a:ext cx="1256943" cy="180231"/>
          </a:xfrm>
          <a:prstGeom prst="roundRect">
            <a:avLst>
              <a:gd name="adj" fmla="val 4228"/>
            </a:avLst>
          </a:prstGeom>
          <a:solidFill>
            <a:srgbClr val="080808">
              <a:alpha val="75000"/>
            </a:srgbClr>
          </a:solidFill>
          <a:ln w="9525">
            <a:solidFill>
              <a:srgbClr val="C9A84C">
                <a:alpha val="40000"/>
              </a:srgbClr>
            </a:solidFill>
          </a:ln>
        </p:spPr>
        <p:txBody>
          <a:bodyPr wrap="none" lIns="71120" tIns="21590" rIns="71120" bIns="21590" rtlCol="0" anchor="t"/>
          <a:lstStyle/>
          <a:p>
            <a:pPr marL="0" indent="0" algn="l">
              <a:buNone/>
            </a:pPr>
            <a:r>
              <a:rPr lang="en-US" sz="620" kern="0" spc="155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 / GRAPHIC TEES</a:t>
            </a:r>
            <a:endParaRPr lang="en-US" sz="620" dirty="0"/>
          </a:p>
        </p:txBody>
      </p:sp>
      <p:sp>
        <p:nvSpPr>
          <p:cNvPr id="32" name="Text 26"/>
          <p:cNvSpPr/>
          <p:nvPr/>
        </p:nvSpPr>
        <p:spPr>
          <a:xfrm>
            <a:off x="3238202" y="2835921"/>
            <a:ext cx="2695423" cy="13840"/>
          </a:xfrm>
          <a:prstGeom prst="rect">
            <a:avLst/>
          </a:prstGeom>
          <a:gradFill rotWithShape="1">
            <a:gsLst>
              <a:gs pos="0">
                <a:srgbClr val="C9A84C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7"/>
          <p:cNvSpPr/>
          <p:nvPr/>
        </p:nvSpPr>
        <p:spPr>
          <a:xfrm>
            <a:off x="3381673" y="3016895"/>
            <a:ext cx="429220" cy="7590"/>
          </a:xfrm>
          <a:prstGeom prst="rect">
            <a:avLst/>
          </a:prstGeom>
          <a:gradFill rotWithShape="1">
            <a:gsLst>
              <a:gs pos="0">
                <a:srgbClr val="C9A84C"/>
              </a:gs>
              <a:gs pos="100000">
                <a:srgbClr val="C9A84C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58452" y="2954470"/>
            <a:ext cx="132588" cy="13258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3381673" y="3120777"/>
            <a:ext cx="264933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162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GRAPHIC TEES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3381673" y="3349377"/>
            <a:ext cx="2456655" cy="30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2"/>
              </a:lnSpc>
              <a:buNone/>
            </a:pPr>
            <a:r>
              <a:rPr lang="en-US" sz="730" dirty="0">
                <a:solidFill>
                  <a:srgbClr val="F5EDD6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combed cotton with chest &amp; back placements. Legend-Series limited run artwork — exclusive drops only.</a:t>
            </a:r>
            <a:endParaRPr lang="en-US" sz="730" dirty="0"/>
          </a:p>
        </p:txBody>
      </p:sp>
      <p:sp>
        <p:nvSpPr>
          <p:cNvPr id="37" name="Text 30"/>
          <p:cNvSpPr/>
          <p:nvPr/>
        </p:nvSpPr>
        <p:spPr>
          <a:xfrm>
            <a:off x="3381673" y="3722936"/>
            <a:ext cx="870347" cy="168786"/>
          </a:xfrm>
          <a:prstGeom prst="roundRect">
            <a:avLst>
              <a:gd name="adj" fmla="val 4515"/>
            </a:avLst>
          </a:prstGeom>
          <a:noFill/>
          <a:ln w="9525">
            <a:solidFill>
              <a:srgbClr val="8B7A4A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210GSM COTTON</a:t>
            </a:r>
            <a:endParaRPr lang="en-US" sz="560" dirty="0"/>
          </a:p>
        </p:txBody>
      </p:sp>
      <p:sp>
        <p:nvSpPr>
          <p:cNvPr id="38" name="Text 31"/>
          <p:cNvSpPr/>
          <p:nvPr/>
        </p:nvSpPr>
        <p:spPr>
          <a:xfrm>
            <a:off x="4287441" y="3722936"/>
            <a:ext cx="704404" cy="168786"/>
          </a:xfrm>
          <a:prstGeom prst="roundRect">
            <a:avLst>
              <a:gd name="adj" fmla="val 4515"/>
            </a:avLst>
          </a:prstGeom>
          <a:noFill/>
          <a:ln w="9525">
            <a:solidFill>
              <a:srgbClr val="8B7A4A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RUN</a:t>
            </a:r>
            <a:endParaRPr lang="en-US" sz="560" dirty="0"/>
          </a:p>
        </p:txBody>
      </p:sp>
      <p:sp>
        <p:nvSpPr>
          <p:cNvPr id="39" name="Text 32"/>
          <p:cNvSpPr/>
          <p:nvPr/>
        </p:nvSpPr>
        <p:spPr>
          <a:xfrm>
            <a:off x="3381673" y="3911798"/>
            <a:ext cx="844153" cy="168786"/>
          </a:xfrm>
          <a:prstGeom prst="roundRect">
            <a:avLst>
              <a:gd name="adj" fmla="val 4515"/>
            </a:avLst>
          </a:prstGeom>
          <a:noFill/>
          <a:ln w="9525">
            <a:solidFill>
              <a:srgbClr val="8B7A4A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 SERIES</a:t>
            </a:r>
            <a:endParaRPr lang="en-US" sz="560" dirty="0"/>
          </a:p>
        </p:txBody>
      </p:sp>
      <p:sp>
        <p:nvSpPr>
          <p:cNvPr id="40" name="Text 33"/>
          <p:cNvSpPr/>
          <p:nvPr/>
        </p:nvSpPr>
        <p:spPr>
          <a:xfrm>
            <a:off x="6057454" y="1125736"/>
            <a:ext cx="2714476" cy="3467993"/>
          </a:xfrm>
          <a:prstGeom prst="rect">
            <a:avLst/>
          </a:prstGeom>
          <a:solidFill>
            <a:srgbClr val="141414"/>
          </a:solidFill>
          <a:ln w="9525">
            <a:solidFill>
              <a:srgbClr val="C9A84C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4"/>
          <p:cNvSpPr/>
          <p:nvPr/>
        </p:nvSpPr>
        <p:spPr>
          <a:xfrm>
            <a:off x="6066979" y="1135261"/>
            <a:ext cx="2695426" cy="1714500"/>
          </a:xfrm>
          <a:prstGeom prst="rect">
            <a:avLst/>
          </a:prstGeom>
          <a:solidFill>
            <a:srgbClr val="0C0C0C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5"/>
          <p:cNvSpPr/>
          <p:nvPr/>
        </p:nvSpPr>
        <p:spPr>
          <a:xfrm>
            <a:off x="6066979" y="1135261"/>
            <a:ext cx="2695426" cy="1714500"/>
          </a:xfrm>
          <a:prstGeom prst="rect">
            <a:avLst/>
          </a:prstGeom>
          <a:gradFill rotWithShape="1">
            <a:gsLst>
              <a:gs pos="0">
                <a:srgbClr val="080808">
                  <a:alpha val="10000"/>
                </a:srgbClr>
              </a:gs>
              <a:gs pos="100000">
                <a:srgbClr val="080808">
                  <a:alpha val="65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6"/>
          <p:cNvSpPr/>
          <p:nvPr/>
        </p:nvSpPr>
        <p:spPr>
          <a:xfrm>
            <a:off x="6167289" y="1235571"/>
            <a:ext cx="1596378" cy="180231"/>
          </a:xfrm>
          <a:prstGeom prst="roundRect">
            <a:avLst>
              <a:gd name="adj" fmla="val 4228"/>
            </a:avLst>
          </a:prstGeom>
          <a:solidFill>
            <a:srgbClr val="080808">
              <a:alpha val="75000"/>
            </a:srgbClr>
          </a:solidFill>
          <a:ln w="9525">
            <a:solidFill>
              <a:srgbClr val="C9A84C">
                <a:alpha val="40000"/>
              </a:srgbClr>
            </a:solidFill>
          </a:ln>
        </p:spPr>
        <p:txBody>
          <a:bodyPr wrap="none" lIns="71120" tIns="21590" rIns="71120" bIns="21590" rtlCol="0" anchor="t"/>
          <a:lstStyle/>
          <a:p>
            <a:pPr marL="0" indent="0" algn="l">
              <a:buNone/>
            </a:pPr>
            <a:r>
              <a:rPr lang="en-US" sz="620" kern="0" spc="155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 / VARSITY &amp; BOMBERS</a:t>
            </a:r>
            <a:endParaRPr lang="en-US" sz="620" dirty="0"/>
          </a:p>
        </p:txBody>
      </p:sp>
      <p:sp>
        <p:nvSpPr>
          <p:cNvPr id="44" name="Text 37"/>
          <p:cNvSpPr/>
          <p:nvPr/>
        </p:nvSpPr>
        <p:spPr>
          <a:xfrm>
            <a:off x="6066979" y="2835921"/>
            <a:ext cx="2695423" cy="13840"/>
          </a:xfrm>
          <a:prstGeom prst="rect">
            <a:avLst/>
          </a:prstGeom>
          <a:gradFill rotWithShape="1">
            <a:gsLst>
              <a:gs pos="0">
                <a:srgbClr val="C9A84C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8"/>
          <p:cNvSpPr/>
          <p:nvPr/>
        </p:nvSpPr>
        <p:spPr>
          <a:xfrm>
            <a:off x="6210449" y="3016895"/>
            <a:ext cx="429220" cy="7590"/>
          </a:xfrm>
          <a:prstGeom prst="rect">
            <a:avLst/>
          </a:prstGeom>
          <a:gradFill rotWithShape="1">
            <a:gsLst>
              <a:gs pos="0">
                <a:srgbClr val="C9A84C"/>
              </a:gs>
              <a:gs pos="100000">
                <a:srgbClr val="C9A84C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87229" y="2954470"/>
            <a:ext cx="132588" cy="132588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6210449" y="3120777"/>
            <a:ext cx="264933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162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VARSITY &amp; BOMBERS</a:t>
            </a:r>
            <a:endParaRPr lang="en-US" sz="900" dirty="0"/>
          </a:p>
        </p:txBody>
      </p:sp>
      <p:sp>
        <p:nvSpPr>
          <p:cNvPr id="48" name="Text 40"/>
          <p:cNvSpPr/>
          <p:nvPr/>
        </p:nvSpPr>
        <p:spPr>
          <a:xfrm>
            <a:off x="6210449" y="3349377"/>
            <a:ext cx="2456655" cy="4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2"/>
              </a:lnSpc>
              <a:buNone/>
            </a:pPr>
            <a:r>
              <a:rPr lang="en-US" sz="730" dirty="0">
                <a:solidFill>
                  <a:srgbClr val="F5EDD6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Satin &amp; wool blend with custom chenille SML patches. Contrast gold stitching on numbered editions — each a collector piece.</a:t>
            </a:r>
            <a:endParaRPr lang="en-US" sz="730" dirty="0"/>
          </a:p>
        </p:txBody>
      </p:sp>
      <p:sp>
        <p:nvSpPr>
          <p:cNvPr id="49" name="Text 41"/>
          <p:cNvSpPr/>
          <p:nvPr/>
        </p:nvSpPr>
        <p:spPr>
          <a:xfrm>
            <a:off x="6210449" y="3866555"/>
            <a:ext cx="680591" cy="168786"/>
          </a:xfrm>
          <a:prstGeom prst="roundRect">
            <a:avLst>
              <a:gd name="adj" fmla="val 4515"/>
            </a:avLst>
          </a:prstGeom>
          <a:noFill/>
          <a:ln w="9525">
            <a:solidFill>
              <a:srgbClr val="8B7A4A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SATIN/WOOL</a:t>
            </a:r>
            <a:endParaRPr lang="en-US" sz="560" dirty="0"/>
          </a:p>
        </p:txBody>
      </p:sp>
      <p:sp>
        <p:nvSpPr>
          <p:cNvPr id="50" name="Text 42"/>
          <p:cNvSpPr/>
          <p:nvPr/>
        </p:nvSpPr>
        <p:spPr>
          <a:xfrm>
            <a:off x="6926461" y="3866555"/>
            <a:ext cx="879723" cy="168786"/>
          </a:xfrm>
          <a:prstGeom prst="roundRect">
            <a:avLst>
              <a:gd name="adj" fmla="val 4515"/>
            </a:avLst>
          </a:prstGeom>
          <a:noFill/>
          <a:ln w="9525">
            <a:solidFill>
              <a:srgbClr val="8B7A4A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CHENILLE PATCH</a:t>
            </a:r>
            <a:endParaRPr lang="en-US" sz="560" dirty="0"/>
          </a:p>
        </p:txBody>
      </p:sp>
      <p:sp>
        <p:nvSpPr>
          <p:cNvPr id="51" name="Text 43"/>
          <p:cNvSpPr/>
          <p:nvPr/>
        </p:nvSpPr>
        <p:spPr>
          <a:xfrm>
            <a:off x="7841605" y="3866555"/>
            <a:ext cx="625078" cy="168786"/>
          </a:xfrm>
          <a:prstGeom prst="roundRect">
            <a:avLst>
              <a:gd name="adj" fmla="val 4515"/>
            </a:avLst>
          </a:prstGeom>
          <a:noFill/>
          <a:ln w="9525">
            <a:solidFill>
              <a:srgbClr val="8B7A4A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</a:t>
            </a:r>
            <a:endParaRPr lang="en-US" sz="560" dirty="0"/>
          </a:p>
        </p:txBody>
      </p:sp>
      <p:sp>
        <p:nvSpPr>
          <p:cNvPr id="52" name="Text 44"/>
          <p:cNvSpPr/>
          <p:nvPr/>
        </p:nvSpPr>
        <p:spPr>
          <a:xfrm>
            <a:off x="400050" y="4694039"/>
            <a:ext cx="8371880" cy="9525"/>
          </a:xfrm>
          <a:prstGeom prst="rect">
            <a:avLst/>
          </a:prstGeom>
          <a:solidFill>
            <a:srgbClr val="C9A84C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5"/>
          <p:cNvSpPr/>
          <p:nvPr/>
        </p:nvSpPr>
        <p:spPr>
          <a:xfrm>
            <a:off x="400050" y="4851648"/>
            <a:ext cx="43160" cy="43160"/>
          </a:xfrm>
          <a:prstGeom prst="ellipse">
            <a:avLst/>
          </a:prstGeom>
          <a:solidFill>
            <a:srgbClr val="C9A84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6"/>
          <p:cNvSpPr/>
          <p:nvPr/>
        </p:nvSpPr>
        <p:spPr>
          <a:xfrm>
            <a:off x="500360" y="4814292"/>
            <a:ext cx="120065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CORE CATEGORIES</a:t>
            </a:r>
            <a:endParaRPr lang="en-US" sz="620" dirty="0"/>
          </a:p>
        </p:txBody>
      </p:sp>
      <p:sp>
        <p:nvSpPr>
          <p:cNvPr id="55" name="Text 47"/>
          <p:cNvSpPr/>
          <p:nvPr/>
        </p:nvSpPr>
        <p:spPr>
          <a:xfrm>
            <a:off x="1735336" y="4823073"/>
            <a:ext cx="7590" cy="100310"/>
          </a:xfrm>
          <a:prstGeom prst="rect">
            <a:avLst/>
          </a:prstGeom>
          <a:solidFill>
            <a:srgbClr val="C9A84C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48"/>
          <p:cNvSpPr/>
          <p:nvPr/>
        </p:nvSpPr>
        <p:spPr>
          <a:xfrm>
            <a:off x="1886396" y="4851648"/>
            <a:ext cx="43160" cy="43160"/>
          </a:xfrm>
          <a:prstGeom prst="ellipse">
            <a:avLst/>
          </a:prstGeom>
          <a:solidFill>
            <a:srgbClr val="C9A84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49"/>
          <p:cNvSpPr/>
          <p:nvPr/>
        </p:nvSpPr>
        <p:spPr>
          <a:xfrm>
            <a:off x="1986707" y="4814292"/>
            <a:ext cx="101582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2026 RANGE</a:t>
            </a:r>
            <a:endParaRPr lang="en-US" sz="620" dirty="0"/>
          </a:p>
        </p:txBody>
      </p:sp>
      <p:sp>
        <p:nvSpPr>
          <p:cNvPr id="58" name="Text 50"/>
          <p:cNvSpPr/>
          <p:nvPr/>
        </p:nvSpPr>
        <p:spPr>
          <a:xfrm>
            <a:off x="3053655" y="4823073"/>
            <a:ext cx="7590" cy="100310"/>
          </a:xfrm>
          <a:prstGeom prst="rect">
            <a:avLst/>
          </a:prstGeom>
          <a:solidFill>
            <a:srgbClr val="C9A84C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1"/>
          <p:cNvSpPr/>
          <p:nvPr/>
        </p:nvSpPr>
        <p:spPr>
          <a:xfrm>
            <a:off x="3204716" y="4851648"/>
            <a:ext cx="43160" cy="43160"/>
          </a:xfrm>
          <a:prstGeom prst="ellipse">
            <a:avLst/>
          </a:prstGeom>
          <a:solidFill>
            <a:srgbClr val="C9A84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2"/>
          <p:cNvSpPr/>
          <p:nvPr/>
        </p:nvSpPr>
        <p:spPr>
          <a:xfrm>
            <a:off x="3305026" y="4814292"/>
            <a:ext cx="118477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 — 4XL AVAILABLE</a:t>
            </a:r>
            <a:endParaRPr lang="en-US" sz="620" dirty="0"/>
          </a:p>
        </p:txBody>
      </p:sp>
      <p:sp>
        <p:nvSpPr>
          <p:cNvPr id="61" name="Text 53"/>
          <p:cNvSpPr/>
          <p:nvPr/>
        </p:nvSpPr>
        <p:spPr>
          <a:xfrm>
            <a:off x="6601420" y="4803874"/>
            <a:ext cx="220371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VIEW FULL APPAREL LOOKBOOK</a:t>
            </a:r>
            <a:endParaRPr lang="en-US" sz="730" dirty="0"/>
          </a:p>
        </p:txBody>
      </p:sp>
      <p:pic>
        <p:nvPicPr>
          <p:cNvPr id="6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57564" y="4807083"/>
            <a:ext cx="132588" cy="1325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1760"/>
            <a:ext cx="9144000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C9A84C">
                  <a:alpha val="35000"/>
                </a:srgbClr>
              </a:gs>
              <a:gs pos="80000">
                <a:srgbClr val="C9A84C">
                  <a:alpha val="3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279350"/>
            <a:ext cx="4572000" cy="4641949"/>
          </a:xfrm>
          <a:prstGeom prst="rect">
            <a:avLst/>
          </a:prstGeom>
          <a:solidFill>
            <a:srgbClr val="08080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279350"/>
            <a:ext cx="29170" cy="4641949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C9A84C">
                  <a:alpha val="50000"/>
                </a:srgbClr>
              </a:gs>
              <a:gs pos="70000">
                <a:srgbClr val="C9A84C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339852" y="4363641"/>
            <a:ext cx="1353763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4950" b="1" kern="0" spc="-99" dirty="0">
                <a:solidFill>
                  <a:srgbClr val="C9A84C">
                    <a:alpha val="3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SML</a:t>
            </a:r>
            <a:endParaRPr lang="en-US" sz="4950" dirty="0"/>
          </a:p>
        </p:txBody>
      </p:sp>
      <p:sp>
        <p:nvSpPr>
          <p:cNvPr id="6" name="Text 4"/>
          <p:cNvSpPr/>
          <p:nvPr/>
        </p:nvSpPr>
        <p:spPr>
          <a:xfrm>
            <a:off x="0" y="279350"/>
            <a:ext cx="2103090" cy="4641949"/>
          </a:xfrm>
          <a:prstGeom prst="rect">
            <a:avLst/>
          </a:prstGeom>
          <a:gradFill rotWithShape="1">
            <a:gsLst>
              <a:gs pos="40000">
                <a:srgbClr val="080808">
                  <a:alpha val="0"/>
                </a:srgbClr>
              </a:gs>
              <a:gs pos="100000">
                <a:srgbClr val="080808">
                  <a:alpha val="5500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0" y="279350"/>
            <a:ext cx="2103090" cy="4641949"/>
          </a:xfrm>
          <a:prstGeom prst="rect">
            <a:avLst/>
          </a:prstGeom>
          <a:gradFill rotWithShape="1">
            <a:gsLst>
              <a:gs pos="0">
                <a:srgbClr val="080808">
                  <a:alpha val="70000"/>
                </a:srgbClr>
              </a:gs>
              <a:gs pos="40000">
                <a:srgbClr val="000000">
                  <a:alpha val="0"/>
                </a:srgbClr>
              </a:gs>
            </a:gsLst>
            <a:lin ang="16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093565" y="4692700"/>
            <a:ext cx="9525" cy="228600"/>
          </a:xfrm>
          <a:prstGeom prst="rect">
            <a:avLst/>
          </a:prstGeom>
          <a:solidFill>
            <a:srgbClr val="C9A84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36612" y="4630043"/>
            <a:ext cx="829717" cy="168009"/>
          </a:xfrm>
          <a:prstGeom prst="rect">
            <a:avLst/>
          </a:prstGeom>
          <a:solidFill>
            <a:srgbClr val="000000">
              <a:alpha val="75000"/>
            </a:srgbClr>
          </a:solidFill>
          <a:ln w="9525">
            <a:solidFill>
              <a:srgbClr val="C9A84C">
                <a:alpha val="45000"/>
              </a:srgbClr>
            </a:solidFill>
          </a:ln>
        </p:spPr>
        <p:txBody>
          <a:bodyPr wrap="none" lIns="86360" tIns="29210" rIns="86360" bIns="29210" rtlCol="0" anchor="t"/>
          <a:lstStyle/>
          <a:p>
            <a:pPr marL="0" indent="0" algn="ctr">
              <a:buNone/>
            </a:pPr>
            <a:r>
              <a:rPr lang="en-US" sz="450" kern="0" spc="135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LAY VIEW</a:t>
            </a:r>
            <a:endParaRPr lang="en-US" sz="450" dirty="0"/>
          </a:p>
        </p:txBody>
      </p:sp>
      <p:sp>
        <p:nvSpPr>
          <p:cNvPr id="10" name="Text 8"/>
          <p:cNvSpPr/>
          <p:nvPr/>
        </p:nvSpPr>
        <p:spPr>
          <a:xfrm>
            <a:off x="2274540" y="479971"/>
            <a:ext cx="2138776" cy="144066"/>
          </a:xfrm>
          <a:prstGeom prst="rect">
            <a:avLst/>
          </a:prstGeom>
          <a:solidFill>
            <a:srgbClr val="C9A84C"/>
          </a:solidFill>
          <a:ln/>
        </p:spPr>
        <p:txBody>
          <a:bodyPr wrap="none" lIns="149543" tIns="21590" rIns="71120" bIns="21590" rtlCol="0" anchor="ctr"/>
          <a:lstStyle/>
          <a:p>
            <a:pPr marL="0" indent="0" algn="l">
              <a:buNone/>
            </a:pPr>
            <a:r>
              <a:rPr lang="en-US" sz="530" b="1" kern="0" spc="117" dirty="0">
                <a:solidFill>
                  <a:srgbClr val="0808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53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00669" y="485710"/>
            <a:ext cx="132588" cy="1325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274540" y="695027"/>
            <a:ext cx="2138776" cy="420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40" b="1" kern="0" spc="151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SIGNATURE</a:t>
            </a:r>
            <a:br/>
            <a:r>
              <a:rPr lang="en-US" sz="840" b="1" kern="0" spc="151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HEAVYWEIGHT</a:t>
            </a:r>
            <a:br/>
            <a:r>
              <a:rPr lang="en-US" sz="840" b="1" kern="0" spc="151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HOODIE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2274540" y="1138238"/>
            <a:ext cx="230652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74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450GSM FLEECE · ALL-BLACK EDITION</a:t>
            </a:r>
            <a:endParaRPr lang="en-US" sz="620" dirty="0"/>
          </a:p>
        </p:txBody>
      </p:sp>
      <p:sp>
        <p:nvSpPr>
          <p:cNvPr id="14" name="Text 11"/>
          <p:cNvSpPr/>
          <p:nvPr/>
        </p:nvSpPr>
        <p:spPr>
          <a:xfrm>
            <a:off x="2274540" y="1356568"/>
            <a:ext cx="257770" cy="10120"/>
          </a:xfrm>
          <a:prstGeom prst="rect">
            <a:avLst/>
          </a:prstGeom>
          <a:solidFill>
            <a:srgbClr val="C9A84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368748" y="1480989"/>
            <a:ext cx="1242239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450gsm French Terry Fleece</a:t>
            </a:r>
            <a:endParaRPr lang="en-US" sz="7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6775" y="1454804"/>
            <a:ext cx="132588" cy="1325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368748" y="1648420"/>
            <a:ext cx="1352907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ring-spun combed cotton</a:t>
            </a:r>
            <a:endParaRPr lang="en-US" sz="7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26775" y="1622235"/>
            <a:ext cx="132588" cy="1325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368748" y="1815852"/>
            <a:ext cx="945431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Brushed interior lining</a:t>
            </a:r>
            <a:endParaRPr lang="en-US" sz="7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26775" y="1789667"/>
            <a:ext cx="132588" cy="1325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368748" y="1983284"/>
            <a:ext cx="949032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Ribbed cuffs and hem</a:t>
            </a:r>
            <a:endParaRPr lang="en-US" sz="7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6775" y="1957099"/>
            <a:ext cx="132588" cy="1325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368748" y="2150715"/>
            <a:ext cx="1689824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Kangaroo pocket — hidden gold zipper</a:t>
            </a:r>
            <a:endParaRPr lang="en-US" sz="7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26775" y="2124530"/>
            <a:ext cx="132588" cy="13258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368748" y="2318147"/>
            <a:ext cx="1273016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SML arc embroidery on chest</a:t>
            </a:r>
            <a:endParaRPr lang="en-US" sz="7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6775" y="2291962"/>
            <a:ext cx="132588" cy="13258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2368748" y="2485579"/>
            <a:ext cx="878473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Woven label at neck</a:t>
            </a:r>
            <a:endParaRPr lang="en-US" sz="7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26775" y="2459394"/>
            <a:ext cx="132588" cy="13258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2368748" y="2653010"/>
            <a:ext cx="1021393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Heat-transfer care label</a:t>
            </a:r>
            <a:endParaRPr lang="en-US" sz="70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226775" y="2626825"/>
            <a:ext cx="132588" cy="13258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2274540" y="4378672"/>
            <a:ext cx="2096839" cy="9525"/>
          </a:xfrm>
          <a:prstGeom prst="rect">
            <a:avLst/>
          </a:prstGeom>
          <a:solidFill>
            <a:srgbClr val="C9A84C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1"/>
          <p:cNvSpPr/>
          <p:nvPr/>
        </p:nvSpPr>
        <p:spPr>
          <a:xfrm>
            <a:off x="2274540" y="4474518"/>
            <a:ext cx="2306523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140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SIZES</a:t>
            </a:r>
            <a:endParaRPr lang="en-US" sz="560" dirty="0"/>
          </a:p>
        </p:txBody>
      </p:sp>
      <p:sp>
        <p:nvSpPr>
          <p:cNvPr id="33" name="Text 22"/>
          <p:cNvSpPr/>
          <p:nvPr/>
        </p:nvSpPr>
        <p:spPr>
          <a:xfrm>
            <a:off x="2274540" y="4624388"/>
            <a:ext cx="215714" cy="153442"/>
          </a:xfrm>
          <a:prstGeom prst="rect">
            <a:avLst/>
          </a:prstGeom>
          <a:solidFill>
            <a:srgbClr val="C9A84C">
              <a:alpha val="5000"/>
            </a:srgbClr>
          </a:solidFill>
          <a:ln w="9525">
            <a:solidFill>
              <a:srgbClr val="C9A84C">
                <a:alpha val="40000"/>
              </a:srgbClr>
            </a:solidFill>
          </a:ln>
        </p:spPr>
        <p:txBody>
          <a:bodyPr wrap="none" lIns="43180" tIns="13970" rIns="43180" bIns="13970" rtlCol="0" anchor="t"/>
          <a:lstStyle/>
          <a:p>
            <a:pPr marL="0" indent="0" algn="l">
              <a:buNone/>
            </a:pPr>
            <a:r>
              <a:rPr lang="en-US" sz="560" b="1" kern="0" spc="45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</a:t>
            </a:r>
            <a:endParaRPr lang="en-US" sz="560" dirty="0"/>
          </a:p>
        </p:txBody>
      </p:sp>
      <p:sp>
        <p:nvSpPr>
          <p:cNvPr id="34" name="Text 23"/>
          <p:cNvSpPr/>
          <p:nvPr/>
        </p:nvSpPr>
        <p:spPr>
          <a:xfrm>
            <a:off x="2521446" y="4624388"/>
            <a:ext cx="161672" cy="153442"/>
          </a:xfrm>
          <a:prstGeom prst="rect">
            <a:avLst/>
          </a:prstGeom>
          <a:solidFill>
            <a:srgbClr val="C9A84C">
              <a:alpha val="5000"/>
            </a:srgbClr>
          </a:solidFill>
          <a:ln w="9525">
            <a:solidFill>
              <a:srgbClr val="C9A84C">
                <a:alpha val="40000"/>
              </a:srgbClr>
            </a:solidFill>
          </a:ln>
        </p:spPr>
        <p:txBody>
          <a:bodyPr wrap="none" lIns="43180" tIns="13970" rIns="43180" bIns="13970" rtlCol="0" anchor="t"/>
          <a:lstStyle/>
          <a:p>
            <a:pPr marL="0" indent="0" algn="l">
              <a:buNone/>
            </a:pPr>
            <a:r>
              <a:rPr lang="en-US" sz="560" b="1" kern="0" spc="45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560" dirty="0"/>
          </a:p>
        </p:txBody>
      </p:sp>
      <p:sp>
        <p:nvSpPr>
          <p:cNvPr id="35" name="Text 24"/>
          <p:cNvSpPr/>
          <p:nvPr/>
        </p:nvSpPr>
        <p:spPr>
          <a:xfrm>
            <a:off x="2715369" y="4624388"/>
            <a:ext cx="173665" cy="153442"/>
          </a:xfrm>
          <a:prstGeom prst="rect">
            <a:avLst/>
          </a:prstGeom>
          <a:solidFill>
            <a:srgbClr val="C9A84C">
              <a:alpha val="5000"/>
            </a:srgbClr>
          </a:solidFill>
          <a:ln w="9525">
            <a:solidFill>
              <a:srgbClr val="C9A84C">
                <a:alpha val="40000"/>
              </a:srgbClr>
            </a:solidFill>
          </a:ln>
        </p:spPr>
        <p:txBody>
          <a:bodyPr wrap="none" lIns="43180" tIns="13970" rIns="43180" bIns="13970" rtlCol="0" anchor="t"/>
          <a:lstStyle/>
          <a:p>
            <a:pPr marL="0" indent="0" algn="l">
              <a:buNone/>
            </a:pPr>
            <a:r>
              <a:rPr lang="en-US" sz="560" b="1" kern="0" spc="45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560" dirty="0"/>
          </a:p>
        </p:txBody>
      </p:sp>
      <p:sp>
        <p:nvSpPr>
          <p:cNvPr id="36" name="Text 25"/>
          <p:cNvSpPr/>
          <p:nvPr/>
        </p:nvSpPr>
        <p:spPr>
          <a:xfrm>
            <a:off x="2921050" y="4624388"/>
            <a:ext cx="157573" cy="153442"/>
          </a:xfrm>
          <a:prstGeom prst="rect">
            <a:avLst/>
          </a:prstGeom>
          <a:solidFill>
            <a:srgbClr val="C9A84C">
              <a:alpha val="5000"/>
            </a:srgbClr>
          </a:solidFill>
          <a:ln w="9525">
            <a:solidFill>
              <a:srgbClr val="C9A84C">
                <a:alpha val="40000"/>
              </a:srgbClr>
            </a:solidFill>
          </a:ln>
        </p:spPr>
        <p:txBody>
          <a:bodyPr wrap="none" lIns="43180" tIns="13970" rIns="43180" bIns="13970" rtlCol="0" anchor="t"/>
          <a:lstStyle/>
          <a:p>
            <a:pPr marL="0" indent="0" algn="l">
              <a:buNone/>
            </a:pPr>
            <a:r>
              <a:rPr lang="en-US" sz="560" b="1" kern="0" spc="45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560" dirty="0"/>
          </a:p>
        </p:txBody>
      </p:sp>
      <p:sp>
        <p:nvSpPr>
          <p:cNvPr id="37" name="Text 26"/>
          <p:cNvSpPr/>
          <p:nvPr/>
        </p:nvSpPr>
        <p:spPr>
          <a:xfrm>
            <a:off x="3110954" y="4624388"/>
            <a:ext cx="211616" cy="153442"/>
          </a:xfrm>
          <a:prstGeom prst="rect">
            <a:avLst/>
          </a:prstGeom>
          <a:solidFill>
            <a:srgbClr val="C9A84C">
              <a:alpha val="5000"/>
            </a:srgbClr>
          </a:solidFill>
          <a:ln w="9525">
            <a:solidFill>
              <a:srgbClr val="C9A84C">
                <a:alpha val="40000"/>
              </a:srgbClr>
            </a:solidFill>
          </a:ln>
        </p:spPr>
        <p:txBody>
          <a:bodyPr wrap="none" lIns="43180" tIns="13970" rIns="43180" bIns="13970" rtlCol="0" anchor="t"/>
          <a:lstStyle/>
          <a:p>
            <a:pPr marL="0" indent="0" algn="l">
              <a:buNone/>
            </a:pPr>
            <a:r>
              <a:rPr lang="en-US" sz="560" b="1" kern="0" spc="45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</a:t>
            </a:r>
            <a:endParaRPr lang="en-US" sz="560" dirty="0"/>
          </a:p>
        </p:txBody>
      </p:sp>
      <p:sp>
        <p:nvSpPr>
          <p:cNvPr id="38" name="Text 27"/>
          <p:cNvSpPr/>
          <p:nvPr/>
        </p:nvSpPr>
        <p:spPr>
          <a:xfrm>
            <a:off x="3353842" y="4624388"/>
            <a:ext cx="257764" cy="153442"/>
          </a:xfrm>
          <a:prstGeom prst="rect">
            <a:avLst/>
          </a:prstGeom>
          <a:solidFill>
            <a:srgbClr val="C9A84C">
              <a:alpha val="5000"/>
            </a:srgbClr>
          </a:solidFill>
          <a:ln w="9525">
            <a:solidFill>
              <a:srgbClr val="C9A84C">
                <a:alpha val="40000"/>
              </a:srgbClr>
            </a:solidFill>
          </a:ln>
        </p:spPr>
        <p:txBody>
          <a:bodyPr wrap="none" lIns="43180" tIns="13970" rIns="43180" bIns="13970" rtlCol="0" anchor="t"/>
          <a:lstStyle/>
          <a:p>
            <a:pPr marL="0" indent="0" algn="l">
              <a:buNone/>
            </a:pPr>
            <a:r>
              <a:rPr lang="en-US" sz="560" b="1" kern="0" spc="45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2XL</a:t>
            </a:r>
            <a:endParaRPr lang="en-US" sz="560" dirty="0"/>
          </a:p>
        </p:txBody>
      </p:sp>
      <p:sp>
        <p:nvSpPr>
          <p:cNvPr id="39" name="Text 28"/>
          <p:cNvSpPr/>
          <p:nvPr/>
        </p:nvSpPr>
        <p:spPr>
          <a:xfrm>
            <a:off x="3641973" y="4624388"/>
            <a:ext cx="257764" cy="153442"/>
          </a:xfrm>
          <a:prstGeom prst="rect">
            <a:avLst/>
          </a:prstGeom>
          <a:solidFill>
            <a:srgbClr val="C9A84C">
              <a:alpha val="5000"/>
            </a:srgbClr>
          </a:solidFill>
          <a:ln w="9525">
            <a:solidFill>
              <a:srgbClr val="C9A84C">
                <a:alpha val="40000"/>
              </a:srgbClr>
            </a:solidFill>
          </a:ln>
        </p:spPr>
        <p:txBody>
          <a:bodyPr wrap="none" lIns="43180" tIns="13970" rIns="43180" bIns="13970" rtlCol="0" anchor="t"/>
          <a:lstStyle/>
          <a:p>
            <a:pPr marL="0" indent="0" algn="l">
              <a:buNone/>
            </a:pPr>
            <a:r>
              <a:rPr lang="en-US" sz="560" b="1" kern="0" spc="45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3XL</a:t>
            </a:r>
            <a:endParaRPr lang="en-US" sz="560" dirty="0"/>
          </a:p>
        </p:txBody>
      </p:sp>
      <p:sp>
        <p:nvSpPr>
          <p:cNvPr id="40" name="Text 29"/>
          <p:cNvSpPr/>
          <p:nvPr/>
        </p:nvSpPr>
        <p:spPr>
          <a:xfrm>
            <a:off x="3930104" y="4624388"/>
            <a:ext cx="257764" cy="153442"/>
          </a:xfrm>
          <a:prstGeom prst="rect">
            <a:avLst/>
          </a:prstGeom>
          <a:solidFill>
            <a:srgbClr val="C9A84C">
              <a:alpha val="5000"/>
            </a:srgbClr>
          </a:solidFill>
          <a:ln w="9525">
            <a:solidFill>
              <a:srgbClr val="C9A84C">
                <a:alpha val="40000"/>
              </a:srgbClr>
            </a:solidFill>
          </a:ln>
        </p:spPr>
        <p:txBody>
          <a:bodyPr wrap="none" lIns="43180" tIns="13970" rIns="43180" bIns="13970" rtlCol="0" anchor="t"/>
          <a:lstStyle/>
          <a:p>
            <a:pPr marL="0" indent="0" algn="l">
              <a:buNone/>
            </a:pPr>
            <a:r>
              <a:rPr lang="en-US" sz="560" b="1" kern="0" spc="45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4XL</a:t>
            </a:r>
            <a:endParaRPr lang="en-US" sz="560" dirty="0"/>
          </a:p>
        </p:txBody>
      </p:sp>
      <p:sp>
        <p:nvSpPr>
          <p:cNvPr id="41" name="Text 30"/>
          <p:cNvSpPr/>
          <p:nvPr/>
        </p:nvSpPr>
        <p:spPr>
          <a:xfrm>
            <a:off x="4572000" y="279350"/>
            <a:ext cx="4572000" cy="4641949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1"/>
          <p:cNvSpPr/>
          <p:nvPr/>
        </p:nvSpPr>
        <p:spPr>
          <a:xfrm>
            <a:off x="8016180" y="4363641"/>
            <a:ext cx="1244218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4950" b="1" kern="0" spc="-99" dirty="0">
                <a:solidFill>
                  <a:srgbClr val="C9A84C">
                    <a:alpha val="3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TEE</a:t>
            </a:r>
            <a:endParaRPr lang="en-US" sz="4950" dirty="0"/>
          </a:p>
        </p:txBody>
      </p:sp>
      <p:sp>
        <p:nvSpPr>
          <p:cNvPr id="43" name="Text 32"/>
          <p:cNvSpPr/>
          <p:nvPr/>
        </p:nvSpPr>
        <p:spPr>
          <a:xfrm>
            <a:off x="4772620" y="479971"/>
            <a:ext cx="2167316" cy="144066"/>
          </a:xfrm>
          <a:prstGeom prst="rect">
            <a:avLst/>
          </a:prstGeom>
          <a:gradFill rotWithShape="1">
            <a:gsLst>
              <a:gs pos="0">
                <a:srgbClr val="C9A84C"/>
              </a:gs>
              <a:gs pos="100000">
                <a:srgbClr val="8B7A4A"/>
              </a:gs>
            </a:gsLst>
            <a:lin ang="0" scaled="1"/>
          </a:gradFill>
          <a:ln/>
        </p:spPr>
        <p:txBody>
          <a:bodyPr wrap="none" lIns="149543" tIns="21590" rIns="71120" bIns="21590" rtlCol="0" anchor="ctr"/>
          <a:lstStyle/>
          <a:p>
            <a:pPr marL="0" indent="0" algn="l">
              <a:buNone/>
            </a:pPr>
            <a:r>
              <a:rPr lang="en-US" sz="530" b="1" kern="0" spc="117" dirty="0">
                <a:solidFill>
                  <a:srgbClr val="0808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SERIES</a:t>
            </a:r>
            <a:endParaRPr lang="en-US" sz="530" dirty="0"/>
          </a:p>
        </p:txBody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98749" y="485710"/>
            <a:ext cx="132588" cy="132588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4772620" y="695027"/>
            <a:ext cx="2167316" cy="420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40" b="1" kern="0" spc="151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LEGEND</a:t>
            </a:r>
            <a:br/>
            <a:r>
              <a:rPr lang="en-US" sz="840" b="1" kern="0" spc="151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GRAPHIC</a:t>
            </a:r>
            <a:br/>
            <a:r>
              <a:rPr lang="en-US" sz="840" b="1" kern="0" spc="151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TEE</a:t>
            </a:r>
            <a:endParaRPr lang="en-US" sz="840" dirty="0"/>
          </a:p>
        </p:txBody>
      </p:sp>
      <p:sp>
        <p:nvSpPr>
          <p:cNvPr id="46" name="Text 34"/>
          <p:cNvSpPr/>
          <p:nvPr/>
        </p:nvSpPr>
        <p:spPr>
          <a:xfrm>
            <a:off x="4772620" y="1138238"/>
            <a:ext cx="2167316" cy="247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74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210GSM COTTON · LEGEND SERIES ARTWORK</a:t>
            </a:r>
            <a:endParaRPr lang="en-US" sz="620" dirty="0"/>
          </a:p>
        </p:txBody>
      </p:sp>
      <p:sp>
        <p:nvSpPr>
          <p:cNvPr id="47" name="Text 35"/>
          <p:cNvSpPr/>
          <p:nvPr/>
        </p:nvSpPr>
        <p:spPr>
          <a:xfrm>
            <a:off x="4772620" y="1474589"/>
            <a:ext cx="257770" cy="10120"/>
          </a:xfrm>
          <a:prstGeom prst="rect">
            <a:avLst/>
          </a:prstGeom>
          <a:solidFill>
            <a:srgbClr val="C9A84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36"/>
          <p:cNvSpPr/>
          <p:nvPr/>
        </p:nvSpPr>
        <p:spPr>
          <a:xfrm>
            <a:off x="4866829" y="1599009"/>
            <a:ext cx="1423303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210gsm premium combed cotton</a:t>
            </a:r>
            <a:endParaRPr lang="en-US" sz="700" dirty="0"/>
          </a:p>
        </p:txBody>
      </p:sp>
      <p:pic>
        <p:nvPicPr>
          <p:cNvPr id="49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724855" y="1572825"/>
            <a:ext cx="132588" cy="132588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4866829" y="1766441"/>
            <a:ext cx="1032197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Pre-shrunk construction</a:t>
            </a:r>
            <a:endParaRPr lang="en-US" sz="700" dirty="0"/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24855" y="1740256"/>
            <a:ext cx="132588" cy="132588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4866829" y="1933873"/>
            <a:ext cx="907286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neck silhouette</a:t>
            </a:r>
            <a:endParaRPr lang="en-US" sz="700" dirty="0"/>
          </a:p>
        </p:txBody>
      </p:sp>
      <p:pic>
        <p:nvPicPr>
          <p:cNvPr id="53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724855" y="1907688"/>
            <a:ext cx="132588" cy="132588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4866829" y="2101304"/>
            <a:ext cx="1189851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Reinforced shoulder seams</a:t>
            </a:r>
            <a:endParaRPr lang="en-US" sz="700" dirty="0"/>
          </a:p>
        </p:txBody>
      </p:sp>
      <p:pic>
        <p:nvPicPr>
          <p:cNvPr id="55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724855" y="2075119"/>
            <a:ext cx="132588" cy="132588"/>
          </a:xfrm>
          <a:prstGeom prst="rect">
            <a:avLst/>
          </a:prstGeom>
        </p:spPr>
      </p:pic>
      <p:sp>
        <p:nvSpPr>
          <p:cNvPr id="56" name="Text 40"/>
          <p:cNvSpPr/>
          <p:nvPr/>
        </p:nvSpPr>
        <p:spPr>
          <a:xfrm>
            <a:off x="4866829" y="2268736"/>
            <a:ext cx="1837819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SML Legend print artwork — limited series</a:t>
            </a:r>
            <a:endParaRPr lang="en-US" sz="700" dirty="0"/>
          </a:p>
        </p:txBody>
      </p:sp>
      <p:pic>
        <p:nvPicPr>
          <p:cNvPr id="57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724855" y="2242551"/>
            <a:ext cx="132588" cy="132588"/>
          </a:xfrm>
          <a:prstGeom prst="rect">
            <a:avLst/>
          </a:prstGeom>
        </p:spPr>
      </p:pic>
      <p:sp>
        <p:nvSpPr>
          <p:cNvPr id="58" name="Text 41"/>
          <p:cNvSpPr/>
          <p:nvPr/>
        </p:nvSpPr>
        <p:spPr>
          <a:xfrm>
            <a:off x="4866829" y="2436168"/>
            <a:ext cx="912688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print placement</a:t>
            </a:r>
            <a:endParaRPr lang="en-US" sz="700" dirty="0"/>
          </a:p>
        </p:txBody>
      </p:sp>
      <p:pic>
        <p:nvPicPr>
          <p:cNvPr id="59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724855" y="2409983"/>
            <a:ext cx="132588" cy="132588"/>
          </a:xfrm>
          <a:prstGeom prst="rect">
            <a:avLst/>
          </a:prstGeom>
        </p:spPr>
      </p:pic>
      <p:sp>
        <p:nvSpPr>
          <p:cNvPr id="60" name="Text 42"/>
          <p:cNvSpPr/>
          <p:nvPr/>
        </p:nvSpPr>
        <p:spPr>
          <a:xfrm>
            <a:off x="4772620" y="3949005"/>
            <a:ext cx="2124819" cy="9525"/>
          </a:xfrm>
          <a:prstGeom prst="rect">
            <a:avLst/>
          </a:prstGeom>
          <a:solidFill>
            <a:srgbClr val="C9A84C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43"/>
          <p:cNvSpPr/>
          <p:nvPr/>
        </p:nvSpPr>
        <p:spPr>
          <a:xfrm>
            <a:off x="4772620" y="4044851"/>
            <a:ext cx="2337301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140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COLORWAYS</a:t>
            </a:r>
            <a:endParaRPr lang="en-US" sz="560" dirty="0"/>
          </a:p>
        </p:txBody>
      </p:sp>
      <p:sp>
        <p:nvSpPr>
          <p:cNvPr id="62" name="Text 44"/>
          <p:cNvSpPr/>
          <p:nvPr/>
        </p:nvSpPr>
        <p:spPr>
          <a:xfrm>
            <a:off x="4837361" y="4194721"/>
            <a:ext cx="128141" cy="128141"/>
          </a:xfrm>
          <a:prstGeom prst="ellipse">
            <a:avLst/>
          </a:prstGeom>
          <a:solidFill>
            <a:srgbClr val="0A0A0A"/>
          </a:solidFill>
          <a:ln w="9525">
            <a:solidFill>
              <a:srgbClr val="C9A84C">
                <a:alpha val="5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45"/>
          <p:cNvSpPr/>
          <p:nvPr/>
        </p:nvSpPr>
        <p:spPr>
          <a:xfrm>
            <a:off x="4759739" y="4344442"/>
            <a:ext cx="283384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450" kern="0" spc="22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 Black</a:t>
            </a:r>
            <a:endParaRPr lang="en-US" sz="450" dirty="0"/>
          </a:p>
        </p:txBody>
      </p:sp>
      <p:sp>
        <p:nvSpPr>
          <p:cNvPr id="64" name="Text 46"/>
          <p:cNvSpPr/>
          <p:nvPr/>
        </p:nvSpPr>
        <p:spPr>
          <a:xfrm>
            <a:off x="5199162" y="4194721"/>
            <a:ext cx="128141" cy="128141"/>
          </a:xfrm>
          <a:prstGeom prst="ellipse">
            <a:avLst/>
          </a:prstGeom>
          <a:solidFill>
            <a:srgbClr val="F5EDD6"/>
          </a:solidFill>
          <a:ln w="9525">
            <a:solidFill>
              <a:srgbClr val="F5EDD6">
                <a:alpha val="5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47"/>
          <p:cNvSpPr/>
          <p:nvPr/>
        </p:nvSpPr>
        <p:spPr>
          <a:xfrm>
            <a:off x="5085025" y="4344442"/>
            <a:ext cx="35656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450" kern="0" spc="22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White</a:t>
            </a:r>
            <a:endParaRPr lang="en-US" sz="450" dirty="0"/>
          </a:p>
        </p:txBody>
      </p:sp>
      <p:sp>
        <p:nvSpPr>
          <p:cNvPr id="66" name="Text 48"/>
          <p:cNvSpPr/>
          <p:nvPr/>
        </p:nvSpPr>
        <p:spPr>
          <a:xfrm>
            <a:off x="5580162" y="4194721"/>
            <a:ext cx="128141" cy="128141"/>
          </a:xfrm>
          <a:prstGeom prst="ellipse">
            <a:avLst/>
          </a:prstGeom>
          <a:gradFill rotWithShape="1">
            <a:gsLst>
              <a:gs pos="0">
                <a:srgbClr val="C9A84C"/>
              </a:gs>
              <a:gs pos="100000">
                <a:srgbClr val="8B7A4A"/>
              </a:gs>
            </a:gsLst>
            <a:lin ang="2700000" scaled="1"/>
          </a:gradFill>
          <a:ln w="9525">
            <a:solidFill>
              <a:srgbClr val="C9A84C">
                <a:alpha val="8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49"/>
          <p:cNvSpPr/>
          <p:nvPr/>
        </p:nvSpPr>
        <p:spPr>
          <a:xfrm>
            <a:off x="5481578" y="4344442"/>
            <a:ext cx="325457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450" kern="0" spc="22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Rush</a:t>
            </a:r>
            <a:endParaRPr lang="en-US" sz="450" dirty="0"/>
          </a:p>
        </p:txBody>
      </p:sp>
      <p:sp>
        <p:nvSpPr>
          <p:cNvPr id="68" name="Text 50"/>
          <p:cNvSpPr/>
          <p:nvPr/>
        </p:nvSpPr>
        <p:spPr>
          <a:xfrm>
            <a:off x="4772620" y="4516487"/>
            <a:ext cx="2124819" cy="261342"/>
          </a:xfrm>
          <a:prstGeom prst="rect">
            <a:avLst/>
          </a:prstGeom>
          <a:solidFill>
            <a:srgbClr val="C9A84C">
              <a:alpha val="8000"/>
            </a:srgbClr>
          </a:solidFill>
          <a:ln w="9525">
            <a:solidFill>
              <a:srgbClr val="C9A84C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51"/>
          <p:cNvSpPr/>
          <p:nvPr/>
        </p:nvSpPr>
        <p:spPr>
          <a:xfrm>
            <a:off x="4868466" y="4593729"/>
            <a:ext cx="361474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112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560" dirty="0"/>
          </a:p>
        </p:txBody>
      </p:sp>
      <p:sp>
        <p:nvSpPr>
          <p:cNvPr id="70" name="Text 52"/>
          <p:cNvSpPr/>
          <p:nvPr/>
        </p:nvSpPr>
        <p:spPr>
          <a:xfrm>
            <a:off x="5240238" y="4561433"/>
            <a:ext cx="6160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45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$65 – $85</a:t>
            </a:r>
            <a:endParaRPr lang="en-US" sz="900" dirty="0"/>
          </a:p>
        </p:txBody>
      </p:sp>
      <p:sp>
        <p:nvSpPr>
          <p:cNvPr id="71" name="Text 53"/>
          <p:cNvSpPr/>
          <p:nvPr/>
        </p:nvSpPr>
        <p:spPr>
          <a:xfrm>
            <a:off x="7040910" y="279350"/>
            <a:ext cx="2103090" cy="4641949"/>
          </a:xfrm>
          <a:prstGeom prst="rect">
            <a:avLst/>
          </a:prstGeom>
          <a:gradFill rotWithShape="1">
            <a:gsLst>
              <a:gs pos="0">
                <a:srgbClr val="1A1A1A"/>
              </a:gs>
              <a:gs pos="50000">
                <a:srgbClr val="111111"/>
              </a:gs>
              <a:gs pos="100000">
                <a:srgbClr val="0A0A0A"/>
              </a:gs>
            </a:gsLst>
            <a:lin ang="4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2" name="Image 16" descr="preencoded.png"/>
          <p:cNvPicPr>
            <a:picLocks noChangeAspect="1"/>
          </p:cNvPicPr>
          <p:nvPr/>
        </p:nvPicPr>
        <p:blipFill>
          <a:blip>
            <a:alphaModFix amt="92000"/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556599" y="1957388"/>
            <a:ext cx="1071563" cy="1285875"/>
          </a:xfrm>
          <a:prstGeom prst="rect">
            <a:avLst/>
          </a:prstGeom>
        </p:spPr>
      </p:pic>
      <p:sp>
        <p:nvSpPr>
          <p:cNvPr id="73" name="Text 54"/>
          <p:cNvSpPr/>
          <p:nvPr/>
        </p:nvSpPr>
        <p:spPr>
          <a:xfrm>
            <a:off x="8092384" y="2600326"/>
            <a:ext cx="1051616" cy="1428750"/>
          </a:xfrm>
          <a:prstGeom prst="rect">
            <a:avLst/>
          </a:prstGeom>
          <a:gradFill rotWithShape="1">
            <a:gsLst>
              <a:gs pos="0">
                <a:srgbClr val="C9A84C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55"/>
          <p:cNvSpPr/>
          <p:nvPr/>
        </p:nvSpPr>
        <p:spPr>
          <a:xfrm>
            <a:off x="9134475" y="4692700"/>
            <a:ext cx="9525" cy="228600"/>
          </a:xfrm>
          <a:prstGeom prst="rect">
            <a:avLst/>
          </a:prstGeom>
          <a:solidFill>
            <a:srgbClr val="C9A84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56"/>
          <p:cNvSpPr/>
          <p:nvPr/>
        </p:nvSpPr>
        <p:spPr>
          <a:xfrm>
            <a:off x="0" y="4921300"/>
            <a:ext cx="9144000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C9A84C">
                  <a:alpha val="30000"/>
                </a:srgbClr>
              </a:gs>
              <a:gs pos="80000">
                <a:srgbClr val="C9A84C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57"/>
          <p:cNvSpPr/>
          <p:nvPr/>
        </p:nvSpPr>
        <p:spPr>
          <a:xfrm>
            <a:off x="0" y="4928890"/>
            <a:ext cx="9144000" cy="21461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7" name="Text 58"/>
          <p:cNvSpPr/>
          <p:nvPr/>
        </p:nvSpPr>
        <p:spPr>
          <a:xfrm>
            <a:off x="0" y="4928890"/>
            <a:ext cx="9144000" cy="9525"/>
          </a:xfrm>
          <a:prstGeom prst="rect">
            <a:avLst/>
          </a:prstGeom>
          <a:solidFill>
            <a:srgbClr val="C9A84C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59"/>
          <p:cNvSpPr/>
          <p:nvPr/>
        </p:nvSpPr>
        <p:spPr>
          <a:xfrm>
            <a:off x="1714798" y="4992439"/>
            <a:ext cx="1102921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kern="0" spc="143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MADE LEGENDS</a:t>
            </a:r>
            <a:endParaRPr lang="en-US" sz="510" dirty="0"/>
          </a:p>
        </p:txBody>
      </p:sp>
      <p:sp>
        <p:nvSpPr>
          <p:cNvPr id="79" name="Text 60"/>
          <p:cNvSpPr/>
          <p:nvPr/>
        </p:nvSpPr>
        <p:spPr>
          <a:xfrm>
            <a:off x="2946053" y="5030093"/>
            <a:ext cx="21580" cy="21580"/>
          </a:xfrm>
          <a:prstGeom prst="ellipse">
            <a:avLst/>
          </a:prstGeom>
          <a:solidFill>
            <a:srgbClr val="C9A84C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0" name="Text 61"/>
          <p:cNvSpPr/>
          <p:nvPr/>
        </p:nvSpPr>
        <p:spPr>
          <a:xfrm>
            <a:off x="3196233" y="4992439"/>
            <a:ext cx="1427232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kern="0" spc="143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FULL BRAND CATALOG</a:t>
            </a:r>
            <a:endParaRPr lang="en-US" sz="510" dirty="0"/>
          </a:p>
        </p:txBody>
      </p:sp>
      <p:sp>
        <p:nvSpPr>
          <p:cNvPr id="81" name="Text 62"/>
          <p:cNvSpPr/>
          <p:nvPr/>
        </p:nvSpPr>
        <p:spPr>
          <a:xfrm>
            <a:off x="4722316" y="5030093"/>
            <a:ext cx="21580" cy="21580"/>
          </a:xfrm>
          <a:prstGeom prst="ellipse">
            <a:avLst/>
          </a:prstGeom>
          <a:solidFill>
            <a:srgbClr val="C9A84C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Text 63"/>
          <p:cNvSpPr/>
          <p:nvPr/>
        </p:nvSpPr>
        <p:spPr>
          <a:xfrm>
            <a:off x="4972496" y="4992439"/>
            <a:ext cx="1283003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kern="0" spc="143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APPAREL TECH &amp; DETAIL</a:t>
            </a:r>
            <a:endParaRPr lang="en-US" sz="510" dirty="0"/>
          </a:p>
        </p:txBody>
      </p:sp>
      <p:sp>
        <p:nvSpPr>
          <p:cNvPr id="83" name="Text 64"/>
          <p:cNvSpPr/>
          <p:nvPr/>
        </p:nvSpPr>
        <p:spPr>
          <a:xfrm>
            <a:off x="6367463" y="5030093"/>
            <a:ext cx="21580" cy="21580"/>
          </a:xfrm>
          <a:prstGeom prst="ellipse">
            <a:avLst/>
          </a:prstGeom>
          <a:solidFill>
            <a:srgbClr val="C9A84C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Text 65"/>
          <p:cNvSpPr/>
          <p:nvPr/>
        </p:nvSpPr>
        <p:spPr>
          <a:xfrm>
            <a:off x="6617643" y="4992439"/>
            <a:ext cx="892552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kern="0" spc="143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SELFMADELEGENDSZ.COM</a:t>
            </a:r>
            <a:endParaRPr lang="en-US" sz="510" dirty="0"/>
          </a:p>
        </p:txBody>
      </p:sp>
      <p:sp>
        <p:nvSpPr>
          <p:cNvPr id="85" name="Text 66"/>
          <p:cNvSpPr/>
          <p:nvPr/>
        </p:nvSpPr>
        <p:spPr>
          <a:xfrm>
            <a:off x="4564409" y="279350"/>
            <a:ext cx="7590" cy="4641952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5000">
                <a:srgbClr val="C9A84C">
                  <a:alpha val="45000"/>
                </a:srgbClr>
              </a:gs>
              <a:gs pos="85000">
                <a:srgbClr val="C9A84C">
                  <a:alpha val="4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6" name="Text 67"/>
          <p:cNvSpPr/>
          <p:nvPr/>
        </p:nvSpPr>
        <p:spPr>
          <a:xfrm>
            <a:off x="7526759" y="4630043"/>
            <a:ext cx="1131243" cy="168009"/>
          </a:xfrm>
          <a:prstGeom prst="rect">
            <a:avLst/>
          </a:prstGeom>
          <a:solidFill>
            <a:srgbClr val="000000">
              <a:alpha val="75000"/>
            </a:srgbClr>
          </a:solidFill>
          <a:ln w="9525">
            <a:solidFill>
              <a:srgbClr val="C9A84C">
                <a:alpha val="45000"/>
              </a:srgbClr>
            </a:solidFill>
          </a:ln>
        </p:spPr>
        <p:txBody>
          <a:bodyPr wrap="none" lIns="86360" tIns="29210" rIns="86360" bIns="29210" rtlCol="0" anchor="t"/>
          <a:lstStyle/>
          <a:p>
            <a:pPr marL="0" indent="0" algn="ctr">
              <a:buNone/>
            </a:pPr>
            <a:r>
              <a:rPr lang="en-US" sz="450" kern="0" spc="135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GRAPHIC VIEW</a:t>
            </a:r>
            <a:endParaRPr lang="en-US" sz="450" dirty="0"/>
          </a:p>
        </p:txBody>
      </p:sp>
      <p:sp>
        <p:nvSpPr>
          <p:cNvPr id="87" name="Text 68"/>
          <p:cNvSpPr/>
          <p:nvPr/>
        </p:nvSpPr>
        <p:spPr>
          <a:xfrm>
            <a:off x="0" y="0"/>
            <a:ext cx="9144000" cy="271760"/>
          </a:xfrm>
          <a:prstGeom prst="rect">
            <a:avLst/>
          </a:prstGeom>
          <a:solidFill>
            <a:srgbClr val="08080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8" name="Text 69"/>
          <p:cNvSpPr/>
          <p:nvPr/>
        </p:nvSpPr>
        <p:spPr>
          <a:xfrm>
            <a:off x="342900" y="132011"/>
            <a:ext cx="228600" cy="7590"/>
          </a:xfrm>
          <a:prstGeom prst="rect">
            <a:avLst/>
          </a:prstGeom>
          <a:solidFill>
            <a:srgbClr val="C9A84C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9" name="Text 70"/>
          <p:cNvSpPr/>
          <p:nvPr/>
        </p:nvSpPr>
        <p:spPr>
          <a:xfrm>
            <a:off x="642491" y="76795"/>
            <a:ext cx="60458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APPAREL</a:t>
            </a:r>
            <a:endParaRPr lang="en-US" sz="620" dirty="0"/>
          </a:p>
        </p:txBody>
      </p:sp>
      <p:sp>
        <p:nvSpPr>
          <p:cNvPr id="90" name="Text 71"/>
          <p:cNvSpPr/>
          <p:nvPr/>
        </p:nvSpPr>
        <p:spPr>
          <a:xfrm>
            <a:off x="1263104" y="132011"/>
            <a:ext cx="228600" cy="7590"/>
          </a:xfrm>
          <a:prstGeom prst="rect">
            <a:avLst/>
          </a:prstGeom>
          <a:solidFill>
            <a:srgbClr val="C9A84C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1" name="Text 72"/>
          <p:cNvSpPr/>
          <p:nvPr/>
        </p:nvSpPr>
        <p:spPr>
          <a:xfrm>
            <a:off x="1562695" y="82451"/>
            <a:ext cx="88076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8B7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 &amp; DETAIL</a:t>
            </a:r>
            <a:endParaRPr lang="en-US" sz="560" dirty="0"/>
          </a:p>
        </p:txBody>
      </p:sp>
      <p:pic>
        <p:nvPicPr>
          <p:cNvPr id="92" name="Image 17" descr="preencoded.png"/>
          <p:cNvPicPr>
            <a:picLocks noChangeAspect="1"/>
          </p:cNvPicPr>
          <p:nvPr/>
        </p:nvPicPr>
        <p:blipFill>
          <a:blip>
            <a:alphaModFix amt="55000"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753805" y="69512"/>
            <a:ext cx="132588" cy="132588"/>
          </a:xfrm>
          <a:prstGeom prst="rect">
            <a:avLst/>
          </a:prstGeom>
        </p:spPr>
      </p:pic>
      <p:sp>
        <p:nvSpPr>
          <p:cNvPr id="93" name="Text 73"/>
          <p:cNvSpPr/>
          <p:nvPr/>
        </p:nvSpPr>
        <p:spPr>
          <a:xfrm>
            <a:off x="7993410" y="82451"/>
            <a:ext cx="888459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168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S/S &amp; F/W 2026</a:t>
            </a:r>
            <a:endParaRPr lang="en-US" sz="5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C9A84C">
                  <a:alpha val="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-10000" r="50000" b="11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C9A84C">
                  <a:alpha val="2000"/>
                </a:srgbClr>
              </a:gs>
              <a:gs pos="33333">
                <a:srgbClr val="C9A84C">
                  <a:alpha val="2000"/>
                </a:srgbClr>
              </a:gs>
              <a:gs pos="66667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95275" y="1067395"/>
            <a:ext cx="2791120" cy="3923109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40000">
                <a:srgbClr val="000000">
                  <a:alpha val="0"/>
                </a:srgbClr>
              </a:gs>
              <a:gs pos="68000">
                <a:srgbClr val="080808">
                  <a:alpha val="60000"/>
                </a:srgbClr>
              </a:gs>
              <a:gs pos="100000">
                <a:srgbClr val="080808">
                  <a:alpha val="97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95275" y="1067395"/>
            <a:ext cx="157460" cy="15746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176439" y="1067395"/>
            <a:ext cx="2791120" cy="3923109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40000">
                <a:srgbClr val="000000">
                  <a:alpha val="0"/>
                </a:srgbClr>
              </a:gs>
              <a:gs pos="68000">
                <a:srgbClr val="080808">
                  <a:alpha val="60000"/>
                </a:srgbClr>
              </a:gs>
              <a:gs pos="100000">
                <a:srgbClr val="080808">
                  <a:alpha val="97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176439" y="1067395"/>
            <a:ext cx="157460" cy="15746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57602" y="1067395"/>
            <a:ext cx="2791120" cy="3923109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40000">
                <a:srgbClr val="000000">
                  <a:alpha val="0"/>
                </a:srgbClr>
              </a:gs>
              <a:gs pos="68000">
                <a:srgbClr val="080808">
                  <a:alpha val="60000"/>
                </a:srgbClr>
              </a:gs>
              <a:gs pos="100000">
                <a:srgbClr val="080808">
                  <a:alpha val="97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57602" y="1067395"/>
            <a:ext cx="157460" cy="15746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88950" y="2514600"/>
            <a:ext cx="1683960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50"/>
              </a:lnSpc>
              <a:buNone/>
            </a:pPr>
            <a:r>
              <a:rPr lang="en-US" sz="4500" kern="0" spc="1125" dirty="0">
                <a:solidFill>
                  <a:srgbClr val="C9A84C">
                    <a:alpha val="4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SML</a:t>
            </a:r>
            <a:endParaRPr lang="en-US" sz="4500" dirty="0"/>
          </a:p>
        </p:txBody>
      </p:sp>
      <p:sp>
        <p:nvSpPr>
          <p:cNvPr id="11" name="Text 9"/>
          <p:cNvSpPr/>
          <p:nvPr/>
        </p:nvSpPr>
        <p:spPr>
          <a:xfrm>
            <a:off x="1681315" y="3694505"/>
            <a:ext cx="1414608" cy="1305525"/>
          </a:xfrm>
          <a:prstGeom prst="ellipse">
            <a:avLst/>
          </a:prstGeom>
          <a:gradFill rotWithShape="1">
            <a:gsLst>
              <a:gs pos="0">
                <a:srgbClr val="C9A84C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179" y="2141339"/>
            <a:ext cx="1179165" cy="206305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770114" y="2514600"/>
            <a:ext cx="1683960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50"/>
              </a:lnSpc>
              <a:buNone/>
            </a:pPr>
            <a:r>
              <a:rPr lang="en-US" sz="4500" kern="0" spc="1125" dirty="0">
                <a:solidFill>
                  <a:srgbClr val="C9A84C">
                    <a:alpha val="4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SML</a:t>
            </a:r>
            <a:endParaRPr lang="en-US" sz="4500" dirty="0"/>
          </a:p>
        </p:txBody>
      </p:sp>
      <p:sp>
        <p:nvSpPr>
          <p:cNvPr id="14" name="Text 11"/>
          <p:cNvSpPr/>
          <p:nvPr/>
        </p:nvSpPr>
        <p:spPr>
          <a:xfrm>
            <a:off x="4562479" y="3694505"/>
            <a:ext cx="1414608" cy="1305525"/>
          </a:xfrm>
          <a:prstGeom prst="ellipse">
            <a:avLst/>
          </a:prstGeom>
          <a:gradFill rotWithShape="1">
            <a:gsLst>
              <a:gs pos="0">
                <a:srgbClr val="C9A84C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39480" y="2141339"/>
            <a:ext cx="1264890" cy="206305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651278" y="2514600"/>
            <a:ext cx="1683960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50"/>
              </a:lnSpc>
              <a:buNone/>
            </a:pPr>
            <a:r>
              <a:rPr lang="en-US" sz="4500" kern="0" spc="1125" dirty="0">
                <a:solidFill>
                  <a:srgbClr val="C9A84C">
                    <a:alpha val="4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SML</a:t>
            </a:r>
            <a:endParaRPr lang="en-US" sz="4500" dirty="0"/>
          </a:p>
        </p:txBody>
      </p:sp>
      <p:sp>
        <p:nvSpPr>
          <p:cNvPr id="17" name="Text 13"/>
          <p:cNvSpPr/>
          <p:nvPr/>
        </p:nvSpPr>
        <p:spPr>
          <a:xfrm>
            <a:off x="7443642" y="3694505"/>
            <a:ext cx="1414608" cy="1305525"/>
          </a:xfrm>
          <a:prstGeom prst="ellipse">
            <a:avLst/>
          </a:prstGeom>
          <a:gradFill rotWithShape="1">
            <a:gsLst>
              <a:gs pos="0">
                <a:srgbClr val="B4D2FF">
                  <a:alpha val="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03988" y="2141339"/>
            <a:ext cx="1098203" cy="206305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076873" y="4833045"/>
            <a:ext cx="9525" cy="157460"/>
          </a:xfrm>
          <a:prstGeom prst="rect">
            <a:avLst/>
          </a:prstGeom>
          <a:solidFill>
            <a:srgbClr val="C9A84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5958036" y="4833045"/>
            <a:ext cx="9525" cy="157460"/>
          </a:xfrm>
          <a:prstGeom prst="rect">
            <a:avLst/>
          </a:prstGeom>
          <a:solidFill>
            <a:srgbClr val="C9A84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8839200" y="4833045"/>
            <a:ext cx="9525" cy="157460"/>
          </a:xfrm>
          <a:prstGeom prst="rect">
            <a:avLst/>
          </a:prstGeom>
          <a:solidFill>
            <a:srgbClr val="C9A84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alphaModFix amt="8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71892" y="214610"/>
            <a:ext cx="300038" cy="30003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799457" y="1153716"/>
            <a:ext cx="200620" cy="220682"/>
          </a:xfrm>
          <a:prstGeom prst="rect">
            <a:avLst/>
          </a:prstGeom>
          <a:noFill/>
          <a:ln w="9525">
            <a:solidFill>
              <a:srgbClr val="C9A84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kern="0" spc="31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620" dirty="0"/>
          </a:p>
        </p:txBody>
      </p:sp>
      <p:sp>
        <p:nvSpPr>
          <p:cNvPr id="24" name="Text 18"/>
          <p:cNvSpPr/>
          <p:nvPr/>
        </p:nvSpPr>
        <p:spPr>
          <a:xfrm>
            <a:off x="295275" y="3928616"/>
            <a:ext cx="2791123" cy="1061889"/>
          </a:xfrm>
          <a:prstGeom prst="rect">
            <a:avLst/>
          </a:prstGeom>
          <a:gradFill rotWithShape="1">
            <a:gsLst>
              <a:gs pos="0">
                <a:srgbClr val="080808">
                  <a:alpha val="0"/>
                </a:srgbClr>
              </a:gs>
              <a:gs pos="30000">
                <a:srgbClr val="080808">
                  <a:alpha val="96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423416" y="4028926"/>
            <a:ext cx="278832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168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SET 001</a:t>
            </a:r>
            <a:endParaRPr lang="en-US" sz="560" dirty="0"/>
          </a:p>
        </p:txBody>
      </p:sp>
      <p:sp>
        <p:nvSpPr>
          <p:cNvPr id="26" name="Text 20"/>
          <p:cNvSpPr/>
          <p:nvPr/>
        </p:nvSpPr>
        <p:spPr>
          <a:xfrm>
            <a:off x="423416" y="4157216"/>
            <a:ext cx="2788325" cy="125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900" kern="0" spc="126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LEGEND SET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423416" y="4325987"/>
            <a:ext cx="2585537" cy="239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9"/>
              </a:lnSpc>
              <a:buNone/>
            </a:pPr>
            <a:r>
              <a:rPr lang="en-US" sz="620" kern="0" spc="12" dirty="0">
                <a:solidFill>
                  <a:srgbClr val="F5EDD6">
                    <a:alpha val="7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450gsm hoodie · tapered jogger · gold SML side stripe · embroidered crest · zippered ankles</a:t>
            </a:r>
            <a:endParaRPr lang="en-US" sz="620" dirty="0"/>
          </a:p>
        </p:txBody>
      </p:sp>
      <p:sp>
        <p:nvSpPr>
          <p:cNvPr id="28" name="Text 22"/>
          <p:cNvSpPr/>
          <p:nvPr/>
        </p:nvSpPr>
        <p:spPr>
          <a:xfrm>
            <a:off x="423416" y="4619030"/>
            <a:ext cx="2534841" cy="7590"/>
          </a:xfrm>
          <a:prstGeom prst="rect">
            <a:avLst/>
          </a:prstGeom>
          <a:gradFill rotWithShape="1">
            <a:gsLst>
              <a:gs pos="0">
                <a:srgbClr val="C9A84C"/>
              </a:gs>
              <a:gs pos="100000">
                <a:srgbClr val="C9A84C">
                  <a:alpha val="1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423416" y="4683770"/>
            <a:ext cx="876999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15"/>
              </a:lnSpc>
              <a:buNone/>
            </a:pPr>
            <a:r>
              <a:rPr lang="en-US" sz="1010" kern="0" spc="61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$185 – $210</a:t>
            </a:r>
            <a:endParaRPr lang="en-US" sz="1010" dirty="0"/>
          </a:p>
        </p:txBody>
      </p:sp>
      <p:sp>
        <p:nvSpPr>
          <p:cNvPr id="30" name="Text 24"/>
          <p:cNvSpPr/>
          <p:nvPr/>
        </p:nvSpPr>
        <p:spPr>
          <a:xfrm>
            <a:off x="2178844" y="4726632"/>
            <a:ext cx="857354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123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SML-TS-001-BLK</a:t>
            </a:r>
            <a:endParaRPr lang="en-US" sz="560" dirty="0"/>
          </a:p>
        </p:txBody>
      </p:sp>
      <p:sp>
        <p:nvSpPr>
          <p:cNvPr id="31" name="Text 25"/>
          <p:cNvSpPr/>
          <p:nvPr/>
        </p:nvSpPr>
        <p:spPr>
          <a:xfrm>
            <a:off x="5680621" y="1153716"/>
            <a:ext cx="200620" cy="220682"/>
          </a:xfrm>
          <a:prstGeom prst="rect">
            <a:avLst/>
          </a:prstGeom>
          <a:noFill/>
          <a:ln w="9525">
            <a:solidFill>
              <a:srgbClr val="C9A84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kern="0" spc="31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620" dirty="0"/>
          </a:p>
        </p:txBody>
      </p:sp>
      <p:sp>
        <p:nvSpPr>
          <p:cNvPr id="32" name="Text 26"/>
          <p:cNvSpPr/>
          <p:nvPr/>
        </p:nvSpPr>
        <p:spPr>
          <a:xfrm>
            <a:off x="3176439" y="3928616"/>
            <a:ext cx="2791123" cy="1061889"/>
          </a:xfrm>
          <a:prstGeom prst="rect">
            <a:avLst/>
          </a:prstGeom>
          <a:gradFill rotWithShape="1">
            <a:gsLst>
              <a:gs pos="0">
                <a:srgbClr val="080808">
                  <a:alpha val="0"/>
                </a:srgbClr>
              </a:gs>
              <a:gs pos="30000">
                <a:srgbClr val="080808">
                  <a:alpha val="96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7"/>
          <p:cNvSpPr/>
          <p:nvPr/>
        </p:nvSpPr>
        <p:spPr>
          <a:xfrm>
            <a:off x="3304580" y="4028926"/>
            <a:ext cx="278832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168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SET 002</a:t>
            </a:r>
            <a:endParaRPr lang="en-US" sz="560" dirty="0"/>
          </a:p>
        </p:txBody>
      </p:sp>
      <p:sp>
        <p:nvSpPr>
          <p:cNvPr id="34" name="Text 28"/>
          <p:cNvSpPr/>
          <p:nvPr/>
        </p:nvSpPr>
        <p:spPr>
          <a:xfrm>
            <a:off x="3304580" y="4157216"/>
            <a:ext cx="2788325" cy="125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900" kern="0" spc="126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SOVEREIGN SET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3304580" y="4325987"/>
            <a:ext cx="2585537" cy="239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9"/>
              </a:lnSpc>
              <a:buNone/>
            </a:pPr>
            <a:r>
              <a:rPr lang="en-US" sz="620" kern="0" spc="12" dirty="0">
                <a:solidFill>
                  <a:srgbClr val="F5EDD6">
                    <a:alpha val="7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velour · relaxed fit · tonal SML logo · wide-leg pants · gold velour stripe</a:t>
            </a:r>
            <a:endParaRPr lang="en-US" sz="620" dirty="0"/>
          </a:p>
        </p:txBody>
      </p:sp>
      <p:sp>
        <p:nvSpPr>
          <p:cNvPr id="36" name="Text 30"/>
          <p:cNvSpPr/>
          <p:nvPr/>
        </p:nvSpPr>
        <p:spPr>
          <a:xfrm>
            <a:off x="3304580" y="4619030"/>
            <a:ext cx="2534841" cy="7590"/>
          </a:xfrm>
          <a:prstGeom prst="rect">
            <a:avLst/>
          </a:prstGeom>
          <a:gradFill rotWithShape="1">
            <a:gsLst>
              <a:gs pos="0">
                <a:srgbClr val="C9A84C"/>
              </a:gs>
              <a:gs pos="100000">
                <a:srgbClr val="C9A84C">
                  <a:alpha val="1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1"/>
          <p:cNvSpPr/>
          <p:nvPr/>
        </p:nvSpPr>
        <p:spPr>
          <a:xfrm>
            <a:off x="3304580" y="4683770"/>
            <a:ext cx="876999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15"/>
              </a:lnSpc>
              <a:buNone/>
            </a:pPr>
            <a:r>
              <a:rPr lang="en-US" sz="1010" kern="0" spc="61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$230 – $255</a:t>
            </a:r>
            <a:endParaRPr lang="en-US" sz="1010" dirty="0"/>
          </a:p>
        </p:txBody>
      </p:sp>
      <p:sp>
        <p:nvSpPr>
          <p:cNvPr id="38" name="Text 32"/>
          <p:cNvSpPr/>
          <p:nvPr/>
        </p:nvSpPr>
        <p:spPr>
          <a:xfrm>
            <a:off x="5056138" y="4726632"/>
            <a:ext cx="861611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123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SML-TS-002-VLR</a:t>
            </a:r>
            <a:endParaRPr lang="en-US" sz="560" dirty="0"/>
          </a:p>
        </p:txBody>
      </p:sp>
      <p:sp>
        <p:nvSpPr>
          <p:cNvPr id="39" name="Text 33"/>
          <p:cNvSpPr/>
          <p:nvPr/>
        </p:nvSpPr>
        <p:spPr>
          <a:xfrm>
            <a:off x="8561784" y="1153716"/>
            <a:ext cx="200620" cy="220682"/>
          </a:xfrm>
          <a:prstGeom prst="rect">
            <a:avLst/>
          </a:prstGeom>
          <a:noFill/>
          <a:ln w="9525">
            <a:solidFill>
              <a:srgbClr val="C9A84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kern="0" spc="31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620" dirty="0"/>
          </a:p>
        </p:txBody>
      </p:sp>
      <p:sp>
        <p:nvSpPr>
          <p:cNvPr id="40" name="Text 34"/>
          <p:cNvSpPr/>
          <p:nvPr/>
        </p:nvSpPr>
        <p:spPr>
          <a:xfrm>
            <a:off x="6057602" y="3928616"/>
            <a:ext cx="2791123" cy="1061889"/>
          </a:xfrm>
          <a:prstGeom prst="rect">
            <a:avLst/>
          </a:prstGeom>
          <a:gradFill rotWithShape="1">
            <a:gsLst>
              <a:gs pos="0">
                <a:srgbClr val="080808">
                  <a:alpha val="0"/>
                </a:srgbClr>
              </a:gs>
              <a:gs pos="30000">
                <a:srgbClr val="080808">
                  <a:alpha val="96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5"/>
          <p:cNvSpPr/>
          <p:nvPr/>
        </p:nvSpPr>
        <p:spPr>
          <a:xfrm>
            <a:off x="6185743" y="4028926"/>
            <a:ext cx="278832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168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SET 003</a:t>
            </a:r>
            <a:endParaRPr lang="en-US" sz="560" dirty="0"/>
          </a:p>
        </p:txBody>
      </p:sp>
      <p:sp>
        <p:nvSpPr>
          <p:cNvPr id="42" name="Text 36"/>
          <p:cNvSpPr/>
          <p:nvPr/>
        </p:nvSpPr>
        <p:spPr>
          <a:xfrm>
            <a:off x="6185743" y="4157216"/>
            <a:ext cx="2788325" cy="125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900" kern="0" spc="126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ELITE PERFORMANCE SET</a:t>
            </a: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6185743" y="4325987"/>
            <a:ext cx="2585537" cy="239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9"/>
              </a:lnSpc>
              <a:buNone/>
            </a:pPr>
            <a:r>
              <a:rPr lang="en-US" sz="620" kern="0" spc="12" dirty="0">
                <a:solidFill>
                  <a:srgbClr val="F5EDD6">
                    <a:alpha val="7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4-way stretch · moisture-wicking · reflective logo · slim tapered · zip pockets</a:t>
            </a:r>
            <a:endParaRPr lang="en-US" sz="620" dirty="0"/>
          </a:p>
        </p:txBody>
      </p:sp>
      <p:sp>
        <p:nvSpPr>
          <p:cNvPr id="44" name="Text 38"/>
          <p:cNvSpPr/>
          <p:nvPr/>
        </p:nvSpPr>
        <p:spPr>
          <a:xfrm>
            <a:off x="6185743" y="4619030"/>
            <a:ext cx="2534841" cy="7590"/>
          </a:xfrm>
          <a:prstGeom prst="rect">
            <a:avLst/>
          </a:prstGeom>
          <a:gradFill rotWithShape="1">
            <a:gsLst>
              <a:gs pos="0">
                <a:srgbClr val="C9A84C"/>
              </a:gs>
              <a:gs pos="100000">
                <a:srgbClr val="C9A84C">
                  <a:alpha val="1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9"/>
          <p:cNvSpPr/>
          <p:nvPr/>
        </p:nvSpPr>
        <p:spPr>
          <a:xfrm>
            <a:off x="6185743" y="4683770"/>
            <a:ext cx="876999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15"/>
              </a:lnSpc>
              <a:buNone/>
            </a:pPr>
            <a:r>
              <a:rPr lang="en-US" sz="1010" kern="0" spc="61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$255 – $280</a:t>
            </a:r>
            <a:endParaRPr lang="en-US" sz="1010" dirty="0"/>
          </a:p>
        </p:txBody>
      </p:sp>
      <p:sp>
        <p:nvSpPr>
          <p:cNvPr id="46" name="Text 40"/>
          <p:cNvSpPr/>
          <p:nvPr/>
        </p:nvSpPr>
        <p:spPr>
          <a:xfrm>
            <a:off x="7933432" y="4726632"/>
            <a:ext cx="86586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123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SML-TS-003-PRF</a:t>
            </a:r>
            <a:endParaRPr lang="en-US" sz="560" dirty="0"/>
          </a:p>
        </p:txBody>
      </p:sp>
      <p:sp>
        <p:nvSpPr>
          <p:cNvPr id="47" name="Text 41"/>
          <p:cNvSpPr/>
          <p:nvPr/>
        </p:nvSpPr>
        <p:spPr>
          <a:xfrm>
            <a:off x="429220" y="257770"/>
            <a:ext cx="911411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217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SML · 2026 COLLECTION</a:t>
            </a:r>
            <a:endParaRPr lang="en-US" sz="620" dirty="0"/>
          </a:p>
        </p:txBody>
      </p:sp>
      <p:sp>
        <p:nvSpPr>
          <p:cNvPr id="48" name="Text 42"/>
          <p:cNvSpPr/>
          <p:nvPr/>
        </p:nvSpPr>
        <p:spPr>
          <a:xfrm>
            <a:off x="429220" y="418951"/>
            <a:ext cx="869983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30"/>
              </a:lnSpc>
              <a:buNone/>
            </a:pPr>
            <a:r>
              <a:rPr lang="en-US" sz="2930" kern="0" spc="645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TRACKSUITS</a:t>
            </a:r>
            <a:endParaRPr lang="en-US" sz="2930" dirty="0"/>
          </a:p>
        </p:txBody>
      </p:sp>
      <p:sp>
        <p:nvSpPr>
          <p:cNvPr id="49" name="Text 43"/>
          <p:cNvSpPr/>
          <p:nvPr/>
        </p:nvSpPr>
        <p:spPr>
          <a:xfrm>
            <a:off x="429220" y="862013"/>
            <a:ext cx="8285559" cy="7590"/>
          </a:xfrm>
          <a:prstGeom prst="rect">
            <a:avLst/>
          </a:prstGeom>
          <a:gradFill rotWithShape="1">
            <a:gsLst>
              <a:gs pos="0">
                <a:srgbClr val="C9A84C"/>
              </a:gs>
              <a:gs pos="60000">
                <a:srgbClr val="C9A84C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4"/>
          <p:cNvSpPr/>
          <p:nvPr/>
        </p:nvSpPr>
        <p:spPr>
          <a:xfrm>
            <a:off x="429220" y="926753"/>
            <a:ext cx="911411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kern="0" spc="131" dirty="0">
                <a:solidFill>
                  <a:srgbClr val="8B7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ENGINEERED FOR LEGENDS  —  REFINED FOR THE ELITE</a:t>
            </a:r>
            <a:endParaRPr lang="en-US" sz="730" dirty="0"/>
          </a:p>
        </p:txBody>
      </p:sp>
      <p:sp>
        <p:nvSpPr>
          <p:cNvPr id="51" name="Text 45"/>
          <p:cNvSpPr/>
          <p:nvPr/>
        </p:nvSpPr>
        <p:spPr>
          <a:xfrm>
            <a:off x="285750" y="1057870"/>
            <a:ext cx="2810173" cy="3942159"/>
          </a:xfrm>
          <a:prstGeom prst="rect">
            <a:avLst/>
          </a:prstGeom>
          <a:solidFill>
            <a:srgbClr val="0D0D0D"/>
          </a:solidFill>
          <a:ln w="9525">
            <a:solidFill>
              <a:srgbClr val="C9A84C">
                <a:alpha val="2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6"/>
          <p:cNvSpPr/>
          <p:nvPr/>
        </p:nvSpPr>
        <p:spPr>
          <a:xfrm>
            <a:off x="3166914" y="1057870"/>
            <a:ext cx="2810173" cy="3942159"/>
          </a:xfrm>
          <a:prstGeom prst="rect">
            <a:avLst/>
          </a:prstGeom>
          <a:solidFill>
            <a:srgbClr val="0D0D0D"/>
          </a:solidFill>
          <a:ln w="9525">
            <a:solidFill>
              <a:srgbClr val="C9A84C">
                <a:alpha val="2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7"/>
          <p:cNvSpPr/>
          <p:nvPr/>
        </p:nvSpPr>
        <p:spPr>
          <a:xfrm>
            <a:off x="6048077" y="1057870"/>
            <a:ext cx="2810173" cy="3942159"/>
          </a:xfrm>
          <a:prstGeom prst="rect">
            <a:avLst/>
          </a:prstGeom>
          <a:solidFill>
            <a:srgbClr val="0D0D0D"/>
          </a:solidFill>
          <a:ln w="9525">
            <a:solidFill>
              <a:srgbClr val="C9A84C">
                <a:alpha val="2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8"/>
          <p:cNvSpPr/>
          <p:nvPr/>
        </p:nvSpPr>
        <p:spPr>
          <a:xfrm>
            <a:off x="0" y="5000030"/>
            <a:ext cx="9144000" cy="143470"/>
          </a:xfrm>
          <a:prstGeom prst="rect">
            <a:avLst/>
          </a:prstGeom>
          <a:gradFill rotWithShape="1">
            <a:gsLst>
              <a:gs pos="0">
                <a:srgbClr val="C9A84C">
                  <a:alpha val="18000"/>
                </a:srgbClr>
              </a:gs>
              <a:gs pos="40000">
                <a:srgbClr val="C9A84C">
                  <a:alpha val="7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C9A84C">
                  <a:alpha val="3000"/>
                </a:srgbClr>
              </a:gs>
              <a:gs pos="33333">
                <a:srgbClr val="C9A84C">
                  <a:alpha val="3000"/>
                </a:srgbClr>
              </a:gs>
              <a:gs pos="66667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571280"/>
            <a:ext cx="9144000" cy="1572220"/>
          </a:xfrm>
          <a:prstGeom prst="rect">
            <a:avLst/>
          </a:prstGeom>
          <a:gradFill rotWithShape="1">
            <a:gsLst>
              <a:gs pos="0">
                <a:srgbClr val="C9A84C">
                  <a:alpha val="13000"/>
                </a:srgbClr>
              </a:gs>
              <a:gs pos="40000">
                <a:srgbClr val="C9A84C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r="50000" b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917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C9A84C"/>
              </a:gs>
              <a:gs pos="80000">
                <a:srgbClr val="C9A84C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56548" y="1857375"/>
            <a:ext cx="2986780" cy="142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0"/>
              </a:lnSpc>
              <a:buNone/>
            </a:pPr>
            <a:r>
              <a:rPr lang="en-US" sz="11250" b="1" kern="0" spc="-450" dirty="0">
                <a:solidFill>
                  <a:srgbClr val="C9A84C">
                    <a:alpha val="4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SML</a:t>
            </a:r>
            <a:endParaRPr lang="en-US" sz="11250" dirty="0"/>
          </a:p>
        </p:txBody>
      </p:sp>
      <p:sp>
        <p:nvSpPr>
          <p:cNvPr id="6" name="Text 4"/>
          <p:cNvSpPr/>
          <p:nvPr/>
        </p:nvSpPr>
        <p:spPr>
          <a:xfrm>
            <a:off x="466725" y="940296"/>
            <a:ext cx="2676230" cy="7590"/>
          </a:xfrm>
          <a:custGeom>
            <a:avLst/>
            <a:gdLst/>
            <a:ahLst/>
            <a:cxnLst/>
            <a:rect l="l" t="t" r="r" b="b"/>
            <a:pathLst>
              <a:path w="2676230" h="7590">
                <a:moveTo>
                  <a:pt x="13970" y="0"/>
                </a:moveTo>
                <a:lnTo>
                  <a:pt x="2662260" y="0"/>
                </a:lnTo>
                <a:lnTo>
                  <a:pt x="2667320" y="949"/>
                </a:lnTo>
                <a:lnTo>
                  <a:pt x="2669289" y="1898"/>
                </a:lnTo>
                <a:lnTo>
                  <a:pt x="2670711" y="2846"/>
                </a:lnTo>
                <a:lnTo>
                  <a:pt x="2671832" y="3795"/>
                </a:lnTo>
                <a:lnTo>
                  <a:pt x="2672750" y="4744"/>
                </a:lnTo>
                <a:lnTo>
                  <a:pt x="2673513" y="5693"/>
                </a:lnTo>
                <a:lnTo>
                  <a:pt x="2674153" y="6641"/>
                </a:lnTo>
                <a:lnTo>
                  <a:pt x="2674688" y="7590"/>
                </a:lnTo>
                <a:lnTo>
                  <a:pt x="1542" y="7590"/>
                </a:lnTo>
                <a:lnTo>
                  <a:pt x="2077" y="6641"/>
                </a:lnTo>
                <a:lnTo>
                  <a:pt x="2716" y="5693"/>
                </a:lnTo>
                <a:lnTo>
                  <a:pt x="3480" y="4744"/>
                </a:lnTo>
                <a:lnTo>
                  <a:pt x="4398" y="3795"/>
                </a:lnTo>
                <a:lnTo>
                  <a:pt x="5519" y="2846"/>
                </a:lnTo>
                <a:lnTo>
                  <a:pt x="6940" y="1898"/>
                </a:lnTo>
                <a:lnTo>
                  <a:pt x="8910" y="949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C9A84C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6725" y="2154438"/>
            <a:ext cx="2676230" cy="429220"/>
          </a:xfrm>
          <a:prstGeom prst="rect">
            <a:avLst/>
          </a:prstGeom>
          <a:gradFill rotWithShape="1">
            <a:gsLst>
              <a:gs pos="0">
                <a:srgbClr val="141414"/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276302" y="940296"/>
            <a:ext cx="2676373" cy="7590"/>
          </a:xfrm>
          <a:custGeom>
            <a:avLst/>
            <a:gdLst/>
            <a:ahLst/>
            <a:cxnLst/>
            <a:rect l="l" t="t" r="r" b="b"/>
            <a:pathLst>
              <a:path w="2676373" h="7590">
                <a:moveTo>
                  <a:pt x="13970" y="0"/>
                </a:moveTo>
                <a:lnTo>
                  <a:pt x="2662403" y="0"/>
                </a:lnTo>
                <a:lnTo>
                  <a:pt x="2667463" y="949"/>
                </a:lnTo>
                <a:lnTo>
                  <a:pt x="2669432" y="1898"/>
                </a:lnTo>
                <a:lnTo>
                  <a:pt x="2670854" y="2846"/>
                </a:lnTo>
                <a:lnTo>
                  <a:pt x="2671975" y="3795"/>
                </a:lnTo>
                <a:lnTo>
                  <a:pt x="2672893" y="4744"/>
                </a:lnTo>
                <a:lnTo>
                  <a:pt x="2673656" y="5693"/>
                </a:lnTo>
                <a:lnTo>
                  <a:pt x="2674296" y="6641"/>
                </a:lnTo>
                <a:lnTo>
                  <a:pt x="2674831" y="7590"/>
                </a:lnTo>
                <a:lnTo>
                  <a:pt x="1542" y="7590"/>
                </a:lnTo>
                <a:lnTo>
                  <a:pt x="2077" y="6641"/>
                </a:lnTo>
                <a:lnTo>
                  <a:pt x="2716" y="5693"/>
                </a:lnTo>
                <a:lnTo>
                  <a:pt x="3480" y="4744"/>
                </a:lnTo>
                <a:lnTo>
                  <a:pt x="4398" y="3795"/>
                </a:lnTo>
                <a:lnTo>
                  <a:pt x="5519" y="2846"/>
                </a:lnTo>
                <a:lnTo>
                  <a:pt x="6940" y="1898"/>
                </a:lnTo>
                <a:lnTo>
                  <a:pt x="8910" y="949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C9A84C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276302" y="2154438"/>
            <a:ext cx="2676373" cy="429220"/>
          </a:xfrm>
          <a:prstGeom prst="rect">
            <a:avLst/>
          </a:prstGeom>
          <a:gradFill rotWithShape="1">
            <a:gsLst>
              <a:gs pos="0">
                <a:srgbClr val="141414"/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86029" y="940296"/>
            <a:ext cx="2676230" cy="7590"/>
          </a:xfrm>
          <a:custGeom>
            <a:avLst/>
            <a:gdLst/>
            <a:ahLst/>
            <a:cxnLst/>
            <a:rect l="l" t="t" r="r" b="b"/>
            <a:pathLst>
              <a:path w="2676230" h="7590">
                <a:moveTo>
                  <a:pt x="13970" y="0"/>
                </a:moveTo>
                <a:lnTo>
                  <a:pt x="2662260" y="0"/>
                </a:lnTo>
                <a:lnTo>
                  <a:pt x="2667320" y="949"/>
                </a:lnTo>
                <a:lnTo>
                  <a:pt x="2669289" y="1898"/>
                </a:lnTo>
                <a:lnTo>
                  <a:pt x="2670711" y="2846"/>
                </a:lnTo>
                <a:lnTo>
                  <a:pt x="2671832" y="3795"/>
                </a:lnTo>
                <a:lnTo>
                  <a:pt x="2672750" y="4744"/>
                </a:lnTo>
                <a:lnTo>
                  <a:pt x="2673513" y="5693"/>
                </a:lnTo>
                <a:lnTo>
                  <a:pt x="2674153" y="6641"/>
                </a:lnTo>
                <a:lnTo>
                  <a:pt x="2674688" y="7590"/>
                </a:lnTo>
                <a:lnTo>
                  <a:pt x="1542" y="7590"/>
                </a:lnTo>
                <a:lnTo>
                  <a:pt x="2077" y="6641"/>
                </a:lnTo>
                <a:lnTo>
                  <a:pt x="2716" y="5693"/>
                </a:lnTo>
                <a:lnTo>
                  <a:pt x="3480" y="4744"/>
                </a:lnTo>
                <a:lnTo>
                  <a:pt x="4398" y="3795"/>
                </a:lnTo>
                <a:lnTo>
                  <a:pt x="5519" y="2846"/>
                </a:lnTo>
                <a:lnTo>
                  <a:pt x="6940" y="1898"/>
                </a:lnTo>
                <a:lnTo>
                  <a:pt x="8910" y="949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C9A84C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86029" y="2154438"/>
            <a:ext cx="2676230" cy="429220"/>
          </a:xfrm>
          <a:prstGeom prst="rect">
            <a:avLst/>
          </a:prstGeom>
          <a:gradFill rotWithShape="1">
            <a:gsLst>
              <a:gs pos="0">
                <a:srgbClr val="141414"/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1901" y="1333351"/>
            <a:ext cx="1285875" cy="857250"/>
          </a:xfrm>
          <a:prstGeom prst="rect">
            <a:avLst/>
          </a:prstGeom>
        </p:spPr>
      </p:pic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78635" y="1293316"/>
            <a:ext cx="1071563" cy="937171"/>
          </a:xfrm>
          <a:prstGeom prst="rect">
            <a:avLst/>
          </a:prstGeom>
        </p:spPr>
      </p:pic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27329" y="1386632"/>
            <a:ext cx="1393478" cy="7505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376613" y="1040606"/>
            <a:ext cx="630748" cy="113407"/>
          </a:xfrm>
          <a:prstGeom prst="rect">
            <a:avLst/>
          </a:prstGeom>
          <a:solidFill>
            <a:srgbClr val="C9A84C"/>
          </a:solidFill>
          <a:ln/>
        </p:spPr>
        <p:txBody>
          <a:bodyPr wrap="none" lIns="49530" tIns="13970" rIns="49530" bIns="13970" rtlCol="0" anchor="t"/>
          <a:lstStyle/>
          <a:p>
            <a:pPr marL="0" indent="0" algn="l">
              <a:buNone/>
            </a:pPr>
            <a:r>
              <a:rPr lang="en-US" sz="450" b="1" kern="0" spc="90" dirty="0">
                <a:solidFill>
                  <a:srgbClr val="0808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SELLER</a:t>
            </a:r>
            <a:endParaRPr lang="en-US" sz="450" dirty="0"/>
          </a:p>
        </p:txBody>
      </p:sp>
      <p:sp>
        <p:nvSpPr>
          <p:cNvPr id="16" name="Text 11"/>
          <p:cNvSpPr/>
          <p:nvPr/>
        </p:nvSpPr>
        <p:spPr>
          <a:xfrm>
            <a:off x="3276302" y="940296"/>
            <a:ext cx="2676376" cy="13841"/>
          </a:xfrm>
          <a:prstGeom prst="rect">
            <a:avLst/>
          </a:prstGeom>
          <a:solidFill>
            <a:srgbClr val="C9A84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457200" y="257770"/>
            <a:ext cx="295301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196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FOOTWEAR COLLECTION</a:t>
            </a:r>
            <a:endParaRPr lang="en-US" sz="560" dirty="0"/>
          </a:p>
        </p:txBody>
      </p:sp>
      <p:sp>
        <p:nvSpPr>
          <p:cNvPr id="18" name="Text 13"/>
          <p:cNvSpPr/>
          <p:nvPr/>
        </p:nvSpPr>
        <p:spPr>
          <a:xfrm>
            <a:off x="457200" y="393650"/>
            <a:ext cx="2818790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30"/>
              </a:lnSpc>
              <a:spcBef>
                <a:spcPts val="230"/>
              </a:spcBef>
              <a:buNone/>
            </a:pPr>
            <a:r>
              <a:rPr lang="en-US" sz="2930" kern="0" spc="527" dirty="0">
                <a:solidFill>
                  <a:srgbClr val="F5EDD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FOOTWEAR</a:t>
            </a:r>
            <a:endParaRPr lang="en-US" sz="2930" dirty="0"/>
          </a:p>
        </p:txBody>
      </p:sp>
      <p:sp>
        <p:nvSpPr>
          <p:cNvPr id="19" name="Text 14"/>
          <p:cNvSpPr/>
          <p:nvPr/>
        </p:nvSpPr>
        <p:spPr>
          <a:xfrm>
            <a:off x="6614711" y="422970"/>
            <a:ext cx="21572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900" i="1" kern="0" spc="54" dirty="0">
                <a:solidFill>
                  <a:srgbClr val="F5EDD6">
                    <a:alpha val="75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step forward is a statement.</a:t>
            </a:r>
            <a:endParaRPr lang="en-US" sz="9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alphaModFix amt="60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10199" y="616902"/>
            <a:ext cx="132588" cy="1325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787610" y="629841"/>
            <a:ext cx="862429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840"/>
              </a:lnSpc>
              <a:buNone/>
            </a:pPr>
            <a:r>
              <a:rPr lang="en-US" sz="560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S/S · F/W 2026</a:t>
            </a:r>
            <a:endParaRPr lang="en-US" sz="56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alphaModFix amt="6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73266" y="616902"/>
            <a:ext cx="132588" cy="1325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7200" y="808881"/>
            <a:ext cx="8314730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C9A84C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7"/>
          <p:cNvSpPr/>
          <p:nvPr/>
        </p:nvSpPr>
        <p:spPr>
          <a:xfrm>
            <a:off x="457200" y="930771"/>
            <a:ext cx="2695277" cy="3719066"/>
          </a:xfrm>
          <a:prstGeom prst="roundRect">
            <a:avLst>
              <a:gd name="adj" fmla="val 518"/>
            </a:avLst>
          </a:prstGeom>
          <a:solidFill>
            <a:srgbClr val="141414"/>
          </a:solidFill>
          <a:ln w="9525">
            <a:solidFill>
              <a:srgbClr val="C9A84C">
                <a:alpha val="4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18"/>
          <p:cNvSpPr/>
          <p:nvPr/>
        </p:nvSpPr>
        <p:spPr>
          <a:xfrm>
            <a:off x="466725" y="940296"/>
            <a:ext cx="2676227" cy="1643360"/>
          </a:xfrm>
          <a:prstGeom prst="rect">
            <a:avLst/>
          </a:prstGeom>
          <a:solidFill>
            <a:srgbClr val="0E0E0E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19"/>
          <p:cNvSpPr/>
          <p:nvPr/>
        </p:nvSpPr>
        <p:spPr>
          <a:xfrm>
            <a:off x="2610296" y="1040606"/>
            <a:ext cx="440993" cy="222200"/>
          </a:xfrm>
          <a:prstGeom prst="roundRect">
            <a:avLst>
              <a:gd name="adj" fmla="val 3429"/>
            </a:avLst>
          </a:prstGeom>
          <a:solidFill>
            <a:srgbClr val="C9A84C">
              <a:alpha val="12000"/>
            </a:srgbClr>
          </a:solidFill>
          <a:ln w="9525">
            <a:solidFill>
              <a:srgbClr val="C9A84C">
                <a:alpha val="50000"/>
              </a:srgbClr>
            </a:solidFill>
          </a:ln>
        </p:spPr>
        <p:txBody>
          <a:bodyPr wrap="none" lIns="71120" tIns="21590" rIns="71120" bIns="21590" rtlCol="0" anchor="t"/>
          <a:lstStyle/>
          <a:p>
            <a:pPr marL="0" indent="0" algn="l">
              <a:buNone/>
            </a:pPr>
            <a:r>
              <a:rPr lang="en-US" sz="840" kern="0" spc="67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$350</a:t>
            </a:r>
            <a:endParaRPr lang="en-US" sz="840" dirty="0"/>
          </a:p>
        </p:txBody>
      </p:sp>
      <p:sp>
        <p:nvSpPr>
          <p:cNvPr id="27" name="Text 20"/>
          <p:cNvSpPr/>
          <p:nvPr/>
        </p:nvSpPr>
        <p:spPr>
          <a:xfrm>
            <a:off x="1804835" y="2469354"/>
            <a:ext cx="1338117" cy="114300"/>
          </a:xfrm>
          <a:prstGeom prst="roundRect">
            <a:avLst>
              <a:gd name="adj" fmla="val 800000"/>
            </a:avLst>
          </a:prstGeom>
          <a:gradFill rotWithShape="1">
            <a:gsLst>
              <a:gs pos="0">
                <a:srgbClr val="C9A84C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r="50000" b="100000"/>
            </a:path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581025" y="2683966"/>
            <a:ext cx="2692390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140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LOW-PROFILE · LEATHER UPPER</a:t>
            </a:r>
            <a:endParaRPr lang="en-US" sz="560" dirty="0"/>
          </a:p>
        </p:txBody>
      </p:sp>
      <p:sp>
        <p:nvSpPr>
          <p:cNvPr id="29" name="Text 22"/>
          <p:cNvSpPr/>
          <p:nvPr/>
        </p:nvSpPr>
        <p:spPr>
          <a:xfrm>
            <a:off x="581025" y="2826097"/>
            <a:ext cx="269239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spcBef>
                <a:spcPts val="280"/>
              </a:spcBef>
              <a:spcAft>
                <a:spcPts val="450"/>
              </a:spcAft>
              <a:buNone/>
            </a:pPr>
            <a:r>
              <a:rPr lang="en-US" sz="960" kern="0" spc="134" dirty="0">
                <a:solidFill>
                  <a:srgbClr val="F5EDD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SML LEGEND LOW</a:t>
            </a:r>
            <a:endParaRPr lang="en-US" sz="960" dirty="0"/>
          </a:p>
        </p:txBody>
      </p:sp>
      <p:sp>
        <p:nvSpPr>
          <p:cNvPr id="30" name="Text 23"/>
          <p:cNvSpPr/>
          <p:nvPr/>
        </p:nvSpPr>
        <p:spPr>
          <a:xfrm>
            <a:off x="581025" y="3101429"/>
            <a:ext cx="29170" cy="29170"/>
          </a:xfrm>
          <a:prstGeom prst="ellipse">
            <a:avLst/>
          </a:prstGeom>
          <a:solidFill>
            <a:srgbClr val="C9A84C">
              <a:alpha val="8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4"/>
          <p:cNvSpPr/>
          <p:nvPr/>
        </p:nvSpPr>
        <p:spPr>
          <a:xfrm>
            <a:off x="581025" y="3260378"/>
            <a:ext cx="29170" cy="29170"/>
          </a:xfrm>
          <a:prstGeom prst="ellipse">
            <a:avLst/>
          </a:prstGeom>
          <a:solidFill>
            <a:srgbClr val="C9A84C">
              <a:alpha val="8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5"/>
          <p:cNvSpPr/>
          <p:nvPr/>
        </p:nvSpPr>
        <p:spPr>
          <a:xfrm>
            <a:off x="581025" y="3419326"/>
            <a:ext cx="29170" cy="29170"/>
          </a:xfrm>
          <a:prstGeom prst="ellipse">
            <a:avLst/>
          </a:prstGeom>
          <a:solidFill>
            <a:srgbClr val="C9A84C">
              <a:alpha val="8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6"/>
          <p:cNvSpPr/>
          <p:nvPr/>
        </p:nvSpPr>
        <p:spPr>
          <a:xfrm>
            <a:off x="581025" y="3584674"/>
            <a:ext cx="2447627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C9A84C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7"/>
          <p:cNvSpPr/>
          <p:nvPr/>
        </p:nvSpPr>
        <p:spPr>
          <a:xfrm>
            <a:off x="581025" y="3658791"/>
            <a:ext cx="114300" cy="114300"/>
          </a:xfrm>
          <a:prstGeom prst="ellipse">
            <a:avLst/>
          </a:prstGeom>
          <a:solidFill>
            <a:srgbClr val="0A0A0A"/>
          </a:solidFill>
          <a:ln w="9525">
            <a:solidFill>
              <a:srgbClr val="C9A84C">
                <a:alpha val="4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8"/>
          <p:cNvSpPr/>
          <p:nvPr/>
        </p:nvSpPr>
        <p:spPr>
          <a:xfrm>
            <a:off x="752475" y="3657005"/>
            <a:ext cx="68251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BLACK/GOLD</a:t>
            </a:r>
            <a:endParaRPr lang="en-US" sz="620" dirty="0"/>
          </a:p>
        </p:txBody>
      </p:sp>
      <p:sp>
        <p:nvSpPr>
          <p:cNvPr id="36" name="Text 29"/>
          <p:cNvSpPr/>
          <p:nvPr/>
        </p:nvSpPr>
        <p:spPr>
          <a:xfrm>
            <a:off x="1443930" y="3658791"/>
            <a:ext cx="114300" cy="114300"/>
          </a:xfrm>
          <a:prstGeom prst="ellipse">
            <a:avLst/>
          </a:prstGeom>
          <a:solidFill>
            <a:srgbClr val="F0ECE0"/>
          </a:solidFill>
          <a:ln w="9525">
            <a:solidFill>
              <a:srgbClr val="C9A84C">
                <a:alpha val="4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0"/>
          <p:cNvSpPr/>
          <p:nvPr/>
        </p:nvSpPr>
        <p:spPr>
          <a:xfrm>
            <a:off x="1615380" y="3657005"/>
            <a:ext cx="67743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WHITE/GOLD</a:t>
            </a:r>
            <a:endParaRPr lang="en-US" sz="620" dirty="0"/>
          </a:p>
        </p:txBody>
      </p:sp>
      <p:sp>
        <p:nvSpPr>
          <p:cNvPr id="38" name="Text 31"/>
          <p:cNvSpPr/>
          <p:nvPr/>
        </p:nvSpPr>
        <p:spPr>
          <a:xfrm>
            <a:off x="2302222" y="3658791"/>
            <a:ext cx="114300" cy="114300"/>
          </a:xfrm>
          <a:prstGeom prst="ellipse">
            <a:avLst/>
          </a:prstGeom>
          <a:solidFill>
            <a:srgbClr val="111111"/>
          </a:solidFill>
          <a:ln w="9525">
            <a:solidFill>
              <a:srgbClr val="C9A84C">
                <a:alpha val="4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2"/>
          <p:cNvSpPr/>
          <p:nvPr/>
        </p:nvSpPr>
        <p:spPr>
          <a:xfrm>
            <a:off x="2473672" y="3657005"/>
            <a:ext cx="58297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ALL-BLACK</a:t>
            </a:r>
            <a:endParaRPr lang="en-US" sz="620" dirty="0"/>
          </a:p>
        </p:txBody>
      </p:sp>
      <p:sp>
        <p:nvSpPr>
          <p:cNvPr id="40" name="Text 33"/>
          <p:cNvSpPr/>
          <p:nvPr/>
        </p:nvSpPr>
        <p:spPr>
          <a:xfrm>
            <a:off x="3266777" y="930771"/>
            <a:ext cx="2695426" cy="3719066"/>
          </a:xfrm>
          <a:prstGeom prst="roundRect">
            <a:avLst>
              <a:gd name="adj" fmla="val 518"/>
            </a:avLst>
          </a:prstGeom>
          <a:solidFill>
            <a:srgbClr val="141414"/>
          </a:solidFill>
          <a:ln w="9525">
            <a:solidFill>
              <a:srgbClr val="C9A84C">
                <a:alpha val="6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4"/>
          <p:cNvSpPr/>
          <p:nvPr/>
        </p:nvSpPr>
        <p:spPr>
          <a:xfrm>
            <a:off x="3276302" y="940296"/>
            <a:ext cx="2676376" cy="1643360"/>
          </a:xfrm>
          <a:prstGeom prst="rect">
            <a:avLst/>
          </a:prstGeom>
          <a:solidFill>
            <a:srgbClr val="0D0D0D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5"/>
          <p:cNvSpPr/>
          <p:nvPr/>
        </p:nvSpPr>
        <p:spPr>
          <a:xfrm>
            <a:off x="5420023" y="1040606"/>
            <a:ext cx="440993" cy="222200"/>
          </a:xfrm>
          <a:prstGeom prst="roundRect">
            <a:avLst>
              <a:gd name="adj" fmla="val 3429"/>
            </a:avLst>
          </a:prstGeom>
          <a:solidFill>
            <a:srgbClr val="C9A84C">
              <a:alpha val="20000"/>
            </a:srgbClr>
          </a:solidFill>
          <a:ln w="9525">
            <a:solidFill>
              <a:srgbClr val="C9A84C"/>
            </a:solidFill>
          </a:ln>
        </p:spPr>
        <p:txBody>
          <a:bodyPr wrap="none" lIns="71120" tIns="21590" rIns="71120" bIns="21590" rtlCol="0" anchor="t"/>
          <a:lstStyle/>
          <a:p>
            <a:pPr marL="0" indent="0" algn="l">
              <a:buNone/>
            </a:pPr>
            <a:r>
              <a:rPr lang="en-US" sz="840" kern="0" spc="67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$195</a:t>
            </a:r>
            <a:endParaRPr lang="en-US" sz="840" dirty="0"/>
          </a:p>
        </p:txBody>
      </p:sp>
      <p:sp>
        <p:nvSpPr>
          <p:cNvPr id="43" name="Text 36"/>
          <p:cNvSpPr/>
          <p:nvPr/>
        </p:nvSpPr>
        <p:spPr>
          <a:xfrm>
            <a:off x="4614412" y="2469354"/>
            <a:ext cx="1338266" cy="114300"/>
          </a:xfrm>
          <a:prstGeom prst="roundRect">
            <a:avLst>
              <a:gd name="adj" fmla="val 800000"/>
            </a:avLst>
          </a:prstGeom>
          <a:gradFill rotWithShape="1">
            <a:gsLst>
              <a:gs pos="0">
                <a:srgbClr val="C9A84C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r="50000" b="100000"/>
            </a:path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7"/>
          <p:cNvSpPr/>
          <p:nvPr/>
        </p:nvSpPr>
        <p:spPr>
          <a:xfrm>
            <a:off x="3390602" y="2683966"/>
            <a:ext cx="2692554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140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HIGH-TOP · CANVAS/LEATHER HYBRID</a:t>
            </a:r>
            <a:endParaRPr lang="en-US" sz="560" dirty="0"/>
          </a:p>
        </p:txBody>
      </p:sp>
      <p:sp>
        <p:nvSpPr>
          <p:cNvPr id="45" name="Text 38"/>
          <p:cNvSpPr/>
          <p:nvPr/>
        </p:nvSpPr>
        <p:spPr>
          <a:xfrm>
            <a:off x="3390602" y="2826097"/>
            <a:ext cx="2692554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spcBef>
                <a:spcPts val="280"/>
              </a:spcBef>
              <a:spcAft>
                <a:spcPts val="450"/>
              </a:spcAft>
              <a:buNone/>
            </a:pPr>
            <a:r>
              <a:rPr lang="en-US" sz="960" kern="0" spc="134" dirty="0">
                <a:solidFill>
                  <a:srgbClr val="F5EDD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SML CROWN HIGH</a:t>
            </a:r>
            <a:endParaRPr lang="en-US" sz="960" dirty="0"/>
          </a:p>
        </p:txBody>
      </p:sp>
      <p:sp>
        <p:nvSpPr>
          <p:cNvPr id="46" name="Text 39"/>
          <p:cNvSpPr/>
          <p:nvPr/>
        </p:nvSpPr>
        <p:spPr>
          <a:xfrm>
            <a:off x="3390602" y="3101429"/>
            <a:ext cx="29170" cy="29170"/>
          </a:xfrm>
          <a:prstGeom prst="ellipse">
            <a:avLst/>
          </a:prstGeom>
          <a:solidFill>
            <a:srgbClr val="C9A84C">
              <a:alpha val="8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0"/>
          <p:cNvSpPr/>
          <p:nvPr/>
        </p:nvSpPr>
        <p:spPr>
          <a:xfrm>
            <a:off x="3390602" y="3260378"/>
            <a:ext cx="29170" cy="29170"/>
          </a:xfrm>
          <a:prstGeom prst="ellipse">
            <a:avLst/>
          </a:prstGeom>
          <a:solidFill>
            <a:srgbClr val="C9A84C">
              <a:alpha val="8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1"/>
          <p:cNvSpPr/>
          <p:nvPr/>
        </p:nvSpPr>
        <p:spPr>
          <a:xfrm>
            <a:off x="3390602" y="3419326"/>
            <a:ext cx="29170" cy="29170"/>
          </a:xfrm>
          <a:prstGeom prst="ellipse">
            <a:avLst/>
          </a:prstGeom>
          <a:solidFill>
            <a:srgbClr val="C9A84C">
              <a:alpha val="8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2"/>
          <p:cNvSpPr/>
          <p:nvPr/>
        </p:nvSpPr>
        <p:spPr>
          <a:xfrm>
            <a:off x="3390602" y="3584674"/>
            <a:ext cx="2447776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C9A84C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3"/>
          <p:cNvSpPr/>
          <p:nvPr/>
        </p:nvSpPr>
        <p:spPr>
          <a:xfrm>
            <a:off x="3390602" y="3658791"/>
            <a:ext cx="114300" cy="114300"/>
          </a:xfrm>
          <a:prstGeom prst="ellipse">
            <a:avLst/>
          </a:prstGeom>
          <a:solidFill>
            <a:srgbClr val="0A0A0A"/>
          </a:solidFill>
          <a:ln w="9525">
            <a:solidFill>
              <a:srgbClr val="C9A84C">
                <a:alpha val="4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4"/>
          <p:cNvSpPr/>
          <p:nvPr/>
        </p:nvSpPr>
        <p:spPr>
          <a:xfrm>
            <a:off x="3562052" y="3657005"/>
            <a:ext cx="68251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BLACK/GOLD</a:t>
            </a:r>
            <a:endParaRPr lang="en-US" sz="620" dirty="0"/>
          </a:p>
        </p:txBody>
      </p:sp>
      <p:sp>
        <p:nvSpPr>
          <p:cNvPr id="52" name="Text 45"/>
          <p:cNvSpPr/>
          <p:nvPr/>
        </p:nvSpPr>
        <p:spPr>
          <a:xfrm>
            <a:off x="4253508" y="3658791"/>
            <a:ext cx="114300" cy="114300"/>
          </a:xfrm>
          <a:prstGeom prst="ellipse">
            <a:avLst/>
          </a:prstGeom>
          <a:solidFill>
            <a:srgbClr val="F0ECE0"/>
          </a:solidFill>
          <a:ln w="9525">
            <a:solidFill>
              <a:srgbClr val="C9A84C">
                <a:alpha val="4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6"/>
          <p:cNvSpPr/>
          <p:nvPr/>
        </p:nvSpPr>
        <p:spPr>
          <a:xfrm>
            <a:off x="4424958" y="3657005"/>
            <a:ext cx="67743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WHITE/GOLD</a:t>
            </a:r>
            <a:endParaRPr lang="en-US" sz="620" dirty="0"/>
          </a:p>
        </p:txBody>
      </p:sp>
      <p:sp>
        <p:nvSpPr>
          <p:cNvPr id="54" name="Text 47"/>
          <p:cNvSpPr/>
          <p:nvPr/>
        </p:nvSpPr>
        <p:spPr>
          <a:xfrm>
            <a:off x="5111800" y="3658791"/>
            <a:ext cx="114300" cy="114300"/>
          </a:xfrm>
          <a:prstGeom prst="ellipse">
            <a:avLst/>
          </a:prstGeom>
          <a:solidFill>
            <a:srgbClr val="111111"/>
          </a:solidFill>
          <a:ln w="9525">
            <a:solidFill>
              <a:srgbClr val="C9A84C">
                <a:alpha val="4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8"/>
          <p:cNvSpPr/>
          <p:nvPr/>
        </p:nvSpPr>
        <p:spPr>
          <a:xfrm>
            <a:off x="5283250" y="3657005"/>
            <a:ext cx="58297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ALL-BLACK</a:t>
            </a:r>
            <a:endParaRPr lang="en-US" sz="620" dirty="0"/>
          </a:p>
        </p:txBody>
      </p:sp>
      <p:sp>
        <p:nvSpPr>
          <p:cNvPr id="56" name="Text 49"/>
          <p:cNvSpPr/>
          <p:nvPr/>
        </p:nvSpPr>
        <p:spPr>
          <a:xfrm>
            <a:off x="6076504" y="930771"/>
            <a:ext cx="2695277" cy="3719066"/>
          </a:xfrm>
          <a:prstGeom prst="roundRect">
            <a:avLst>
              <a:gd name="adj" fmla="val 518"/>
            </a:avLst>
          </a:prstGeom>
          <a:solidFill>
            <a:srgbClr val="141414"/>
          </a:solidFill>
          <a:ln w="9525">
            <a:solidFill>
              <a:srgbClr val="C9A84C">
                <a:alpha val="4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0"/>
          <p:cNvSpPr/>
          <p:nvPr/>
        </p:nvSpPr>
        <p:spPr>
          <a:xfrm>
            <a:off x="6086029" y="940296"/>
            <a:ext cx="2676227" cy="1643360"/>
          </a:xfrm>
          <a:prstGeom prst="rect">
            <a:avLst/>
          </a:prstGeom>
          <a:solidFill>
            <a:srgbClr val="0E0E0E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1"/>
          <p:cNvSpPr/>
          <p:nvPr/>
        </p:nvSpPr>
        <p:spPr>
          <a:xfrm>
            <a:off x="8297466" y="1040606"/>
            <a:ext cx="371770" cy="222200"/>
          </a:xfrm>
          <a:prstGeom prst="roundRect">
            <a:avLst>
              <a:gd name="adj" fmla="val 3429"/>
            </a:avLst>
          </a:prstGeom>
          <a:solidFill>
            <a:srgbClr val="C9A84C">
              <a:alpha val="12000"/>
            </a:srgbClr>
          </a:solidFill>
          <a:ln w="9525">
            <a:solidFill>
              <a:srgbClr val="C9A84C">
                <a:alpha val="50000"/>
              </a:srgbClr>
            </a:solidFill>
          </a:ln>
        </p:spPr>
        <p:txBody>
          <a:bodyPr wrap="none" lIns="71120" tIns="21590" rIns="71120" bIns="21590" rtlCol="0" anchor="t"/>
          <a:lstStyle/>
          <a:p>
            <a:pPr marL="0" indent="0" algn="l">
              <a:buNone/>
            </a:pPr>
            <a:r>
              <a:rPr lang="en-US" sz="840" kern="0" spc="67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$450</a:t>
            </a:r>
            <a:endParaRPr lang="en-US" sz="840" dirty="0"/>
          </a:p>
        </p:txBody>
      </p:sp>
      <p:sp>
        <p:nvSpPr>
          <p:cNvPr id="59" name="Text 52"/>
          <p:cNvSpPr/>
          <p:nvPr/>
        </p:nvSpPr>
        <p:spPr>
          <a:xfrm>
            <a:off x="7424139" y="2469354"/>
            <a:ext cx="1338117" cy="114300"/>
          </a:xfrm>
          <a:prstGeom prst="roundRect">
            <a:avLst>
              <a:gd name="adj" fmla="val 800000"/>
            </a:avLst>
          </a:prstGeom>
          <a:gradFill rotWithShape="1">
            <a:gsLst>
              <a:gs pos="0">
                <a:srgbClr val="C9A84C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r="50000" b="100000"/>
            </a:path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3"/>
          <p:cNvSpPr/>
          <p:nvPr/>
        </p:nvSpPr>
        <p:spPr>
          <a:xfrm>
            <a:off x="6200329" y="2683966"/>
            <a:ext cx="2692390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140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MOLDED EVA · SLIDE SANDAL</a:t>
            </a:r>
            <a:endParaRPr lang="en-US" sz="560" dirty="0"/>
          </a:p>
        </p:txBody>
      </p:sp>
      <p:sp>
        <p:nvSpPr>
          <p:cNvPr id="61" name="Text 54"/>
          <p:cNvSpPr/>
          <p:nvPr/>
        </p:nvSpPr>
        <p:spPr>
          <a:xfrm>
            <a:off x="6200329" y="2826097"/>
            <a:ext cx="269239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spcBef>
                <a:spcPts val="280"/>
              </a:spcBef>
              <a:spcAft>
                <a:spcPts val="450"/>
              </a:spcAft>
              <a:buNone/>
            </a:pPr>
            <a:r>
              <a:rPr lang="en-US" sz="960" kern="0" spc="134" dirty="0">
                <a:solidFill>
                  <a:srgbClr val="F5EDD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SML SLIDE ELITE</a:t>
            </a:r>
            <a:endParaRPr lang="en-US" sz="960" dirty="0"/>
          </a:p>
        </p:txBody>
      </p:sp>
      <p:sp>
        <p:nvSpPr>
          <p:cNvPr id="62" name="Text 55"/>
          <p:cNvSpPr/>
          <p:nvPr/>
        </p:nvSpPr>
        <p:spPr>
          <a:xfrm>
            <a:off x="6200329" y="3101429"/>
            <a:ext cx="29170" cy="29170"/>
          </a:xfrm>
          <a:prstGeom prst="ellipse">
            <a:avLst/>
          </a:prstGeom>
          <a:solidFill>
            <a:srgbClr val="C9A84C">
              <a:alpha val="8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56"/>
          <p:cNvSpPr/>
          <p:nvPr/>
        </p:nvSpPr>
        <p:spPr>
          <a:xfrm>
            <a:off x="6200329" y="3260378"/>
            <a:ext cx="29170" cy="29170"/>
          </a:xfrm>
          <a:prstGeom prst="ellipse">
            <a:avLst/>
          </a:prstGeom>
          <a:solidFill>
            <a:srgbClr val="C9A84C">
              <a:alpha val="8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7"/>
          <p:cNvSpPr/>
          <p:nvPr/>
        </p:nvSpPr>
        <p:spPr>
          <a:xfrm>
            <a:off x="6200329" y="3419326"/>
            <a:ext cx="29170" cy="29170"/>
          </a:xfrm>
          <a:prstGeom prst="ellipse">
            <a:avLst/>
          </a:prstGeom>
          <a:solidFill>
            <a:srgbClr val="C9A84C">
              <a:alpha val="8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58"/>
          <p:cNvSpPr/>
          <p:nvPr/>
        </p:nvSpPr>
        <p:spPr>
          <a:xfrm>
            <a:off x="6200329" y="3584674"/>
            <a:ext cx="2447627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C9A84C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59"/>
          <p:cNvSpPr/>
          <p:nvPr/>
        </p:nvSpPr>
        <p:spPr>
          <a:xfrm>
            <a:off x="6200329" y="3658791"/>
            <a:ext cx="114300" cy="114300"/>
          </a:xfrm>
          <a:prstGeom prst="ellipse">
            <a:avLst/>
          </a:prstGeom>
          <a:solidFill>
            <a:srgbClr val="0A0A0A"/>
          </a:solidFill>
          <a:ln w="9525">
            <a:solidFill>
              <a:srgbClr val="C9A84C">
                <a:alpha val="4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0"/>
          <p:cNvSpPr/>
          <p:nvPr/>
        </p:nvSpPr>
        <p:spPr>
          <a:xfrm>
            <a:off x="6371779" y="3657005"/>
            <a:ext cx="68251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BLACK/GOLD</a:t>
            </a:r>
            <a:endParaRPr lang="en-US" sz="620" dirty="0"/>
          </a:p>
        </p:txBody>
      </p:sp>
      <p:sp>
        <p:nvSpPr>
          <p:cNvPr id="68" name="Text 61"/>
          <p:cNvSpPr/>
          <p:nvPr/>
        </p:nvSpPr>
        <p:spPr>
          <a:xfrm>
            <a:off x="7063234" y="3658791"/>
            <a:ext cx="114300" cy="114300"/>
          </a:xfrm>
          <a:prstGeom prst="ellipse">
            <a:avLst/>
          </a:prstGeom>
          <a:solidFill>
            <a:srgbClr val="F0ECE0"/>
          </a:solidFill>
          <a:ln w="9525">
            <a:solidFill>
              <a:srgbClr val="C9A84C">
                <a:alpha val="4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2"/>
          <p:cNvSpPr/>
          <p:nvPr/>
        </p:nvSpPr>
        <p:spPr>
          <a:xfrm>
            <a:off x="7234684" y="3657005"/>
            <a:ext cx="67743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WHITE/GOLD</a:t>
            </a:r>
            <a:endParaRPr lang="en-US" sz="620" dirty="0"/>
          </a:p>
        </p:txBody>
      </p:sp>
      <p:sp>
        <p:nvSpPr>
          <p:cNvPr id="70" name="Text 63"/>
          <p:cNvSpPr/>
          <p:nvPr/>
        </p:nvSpPr>
        <p:spPr>
          <a:xfrm>
            <a:off x="7921526" y="3658791"/>
            <a:ext cx="114300" cy="114300"/>
          </a:xfrm>
          <a:prstGeom prst="ellipse">
            <a:avLst/>
          </a:prstGeom>
          <a:solidFill>
            <a:srgbClr val="111111"/>
          </a:solidFill>
          <a:ln w="9525">
            <a:solidFill>
              <a:srgbClr val="C9A84C">
                <a:alpha val="4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4"/>
          <p:cNvSpPr/>
          <p:nvPr/>
        </p:nvSpPr>
        <p:spPr>
          <a:xfrm>
            <a:off x="8092976" y="3657005"/>
            <a:ext cx="58297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ALL-BLACK</a:t>
            </a:r>
            <a:endParaRPr lang="en-US" sz="620" dirty="0"/>
          </a:p>
        </p:txBody>
      </p:sp>
      <p:sp>
        <p:nvSpPr>
          <p:cNvPr id="72" name="Text 65"/>
          <p:cNvSpPr/>
          <p:nvPr/>
        </p:nvSpPr>
        <p:spPr>
          <a:xfrm>
            <a:off x="457200" y="4736157"/>
            <a:ext cx="8314730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C9A84C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66"/>
          <p:cNvSpPr/>
          <p:nvPr/>
        </p:nvSpPr>
        <p:spPr>
          <a:xfrm>
            <a:off x="457200" y="4825454"/>
            <a:ext cx="96687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COLORWAYS</a:t>
            </a:r>
            <a:endParaRPr lang="en-US" sz="560" dirty="0"/>
          </a:p>
        </p:txBody>
      </p:sp>
      <p:sp>
        <p:nvSpPr>
          <p:cNvPr id="74" name="Text 67"/>
          <p:cNvSpPr/>
          <p:nvPr/>
        </p:nvSpPr>
        <p:spPr>
          <a:xfrm>
            <a:off x="1479649" y="4814739"/>
            <a:ext cx="128141" cy="128141"/>
          </a:xfrm>
          <a:prstGeom prst="ellipse">
            <a:avLst/>
          </a:prstGeom>
          <a:solidFill>
            <a:srgbClr val="0A0A0A"/>
          </a:solidFill>
          <a:ln w="9525">
            <a:solidFill>
              <a:srgbClr val="C9A84C">
                <a:alpha val="5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68"/>
          <p:cNvSpPr/>
          <p:nvPr/>
        </p:nvSpPr>
        <p:spPr>
          <a:xfrm>
            <a:off x="1650950" y="4825454"/>
            <a:ext cx="485730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 BLACK</a:t>
            </a:r>
            <a:endParaRPr lang="en-US" sz="560" dirty="0"/>
          </a:p>
        </p:txBody>
      </p:sp>
      <p:sp>
        <p:nvSpPr>
          <p:cNvPr id="76" name="Text 69"/>
          <p:cNvSpPr/>
          <p:nvPr/>
        </p:nvSpPr>
        <p:spPr>
          <a:xfrm>
            <a:off x="2235994" y="4814739"/>
            <a:ext cx="128141" cy="128141"/>
          </a:xfrm>
          <a:prstGeom prst="ellipse">
            <a:avLst/>
          </a:prstGeom>
          <a:gradFill rotWithShape="1">
            <a:gsLst>
              <a:gs pos="50000">
                <a:srgbClr val="0A0A0A"/>
              </a:gs>
              <a:gs pos="50000">
                <a:srgbClr val="C9A84C"/>
              </a:gs>
            </a:gsLst>
            <a:lin ang="2700000" scaled="1"/>
          </a:gradFill>
          <a:ln w="9525">
            <a:solidFill>
              <a:srgbClr val="C9A84C">
                <a:alpha val="5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7" name="Text 70"/>
          <p:cNvSpPr/>
          <p:nvPr/>
        </p:nvSpPr>
        <p:spPr>
          <a:xfrm>
            <a:off x="2407295" y="4825454"/>
            <a:ext cx="63650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/ GOLD</a:t>
            </a:r>
            <a:endParaRPr lang="en-US" sz="560" dirty="0"/>
          </a:p>
        </p:txBody>
      </p:sp>
      <p:sp>
        <p:nvSpPr>
          <p:cNvPr id="78" name="Text 71"/>
          <p:cNvSpPr/>
          <p:nvPr/>
        </p:nvSpPr>
        <p:spPr>
          <a:xfrm>
            <a:off x="3129409" y="4814739"/>
            <a:ext cx="128141" cy="128141"/>
          </a:xfrm>
          <a:prstGeom prst="ellipse">
            <a:avLst/>
          </a:prstGeom>
          <a:gradFill rotWithShape="1">
            <a:gsLst>
              <a:gs pos="50000">
                <a:srgbClr val="F0ECE0"/>
              </a:gs>
              <a:gs pos="50000">
                <a:srgbClr val="C9A84C"/>
              </a:gs>
            </a:gsLst>
            <a:lin ang="2700000" scaled="1"/>
          </a:gradFill>
          <a:ln w="9525">
            <a:solidFill>
              <a:srgbClr val="C9A84C">
                <a:alpha val="5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9" name="Text 72"/>
          <p:cNvSpPr/>
          <p:nvPr/>
        </p:nvSpPr>
        <p:spPr>
          <a:xfrm>
            <a:off x="3300710" y="4825454"/>
            <a:ext cx="631924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/ GOLD</a:t>
            </a:r>
            <a:endParaRPr lang="en-US" sz="560" dirty="0"/>
          </a:p>
        </p:txBody>
      </p:sp>
      <p:sp>
        <p:nvSpPr>
          <p:cNvPr id="80" name="Text 73"/>
          <p:cNvSpPr/>
          <p:nvPr/>
        </p:nvSpPr>
        <p:spPr>
          <a:xfrm>
            <a:off x="6848773" y="4819799"/>
            <a:ext cx="195831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VIEW FULL FOOTWEAR LOOKBOOK</a:t>
            </a:r>
            <a:endParaRPr lang="en-US" sz="620" dirty="0"/>
          </a:p>
        </p:txBody>
      </p:sp>
      <p:pic>
        <p:nvPicPr>
          <p:cNvPr id="8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62773" y="4812441"/>
            <a:ext cx="132588" cy="1325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C9A84C">
                  <a:alpha val="3000"/>
                </a:srgbClr>
              </a:gs>
              <a:gs pos="33333">
                <a:srgbClr val="C9A84C">
                  <a:alpha val="3000"/>
                </a:srgbClr>
              </a:gs>
              <a:gs pos="66667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189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2917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C9A84C"/>
              </a:gs>
              <a:gs pos="80000">
                <a:srgbClr val="C9A84C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398" y="1714500"/>
            <a:ext cx="2893487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0"/>
              </a:lnSpc>
              <a:buNone/>
            </a:pPr>
            <a:r>
              <a:rPr lang="en-US" sz="9000" b="1" kern="0" spc="900" dirty="0">
                <a:solidFill>
                  <a:srgbClr val="C9A84C">
                    <a:alpha val="4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SML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438745" y="1051917"/>
            <a:ext cx="228600" cy="228600"/>
          </a:xfrm>
          <a:prstGeom prst="rect">
            <a:avLst/>
          </a:prstGeom>
          <a:gradFill rotWithShape="1">
            <a:gsLst>
              <a:gs pos="0">
                <a:srgbClr val="C9A84C">
                  <a:alpha val="50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201461" y="4227466"/>
            <a:ext cx="228600" cy="228600"/>
          </a:xfrm>
          <a:prstGeom prst="rect">
            <a:avLst/>
          </a:prstGeom>
          <a:gradFill rotWithShape="1">
            <a:gsLst>
              <a:gs pos="0">
                <a:srgbClr val="C9A84C">
                  <a:alpha val="30000"/>
                </a:srgbClr>
              </a:gs>
              <a:gs pos="60000">
                <a:srgbClr val="000000">
                  <a:alpha val="0"/>
                </a:srgbClr>
              </a:gs>
            </a:gsLst>
            <a:lin ang="135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549426" y="1051917"/>
            <a:ext cx="228600" cy="228600"/>
          </a:xfrm>
          <a:prstGeom prst="rect">
            <a:avLst/>
          </a:prstGeom>
          <a:gradFill rotWithShape="1">
            <a:gsLst>
              <a:gs pos="0">
                <a:srgbClr val="C9A84C">
                  <a:alpha val="50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12294" y="4227466"/>
            <a:ext cx="228600" cy="228600"/>
          </a:xfrm>
          <a:prstGeom prst="rect">
            <a:avLst/>
          </a:prstGeom>
          <a:gradFill rotWithShape="1">
            <a:gsLst>
              <a:gs pos="0">
                <a:srgbClr val="C9A84C">
                  <a:alpha val="30000"/>
                </a:srgbClr>
              </a:gs>
              <a:gs pos="60000">
                <a:srgbClr val="000000">
                  <a:alpha val="0"/>
                </a:srgbClr>
              </a:gs>
            </a:gsLst>
            <a:lin ang="135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60255" y="1051917"/>
            <a:ext cx="228600" cy="228600"/>
          </a:xfrm>
          <a:prstGeom prst="rect">
            <a:avLst/>
          </a:prstGeom>
          <a:gradFill rotWithShape="1">
            <a:gsLst>
              <a:gs pos="0">
                <a:srgbClr val="C9A84C">
                  <a:alpha val="50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22971" y="4227466"/>
            <a:ext cx="228600" cy="228600"/>
          </a:xfrm>
          <a:prstGeom prst="rect">
            <a:avLst/>
          </a:prstGeom>
          <a:gradFill rotWithShape="1">
            <a:gsLst>
              <a:gs pos="0">
                <a:srgbClr val="C9A84C">
                  <a:alpha val="30000"/>
                </a:srgbClr>
              </a:gs>
              <a:gs pos="60000">
                <a:srgbClr val="000000">
                  <a:alpha val="0"/>
                </a:srgbClr>
              </a:gs>
            </a:gsLst>
            <a:lin ang="135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770936" y="1051917"/>
            <a:ext cx="228600" cy="228600"/>
          </a:xfrm>
          <a:prstGeom prst="rect">
            <a:avLst/>
          </a:prstGeom>
          <a:gradFill rotWithShape="1">
            <a:gsLst>
              <a:gs pos="0">
                <a:srgbClr val="C9A84C">
                  <a:alpha val="50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33803" y="4227466"/>
            <a:ext cx="228600" cy="228600"/>
          </a:xfrm>
          <a:prstGeom prst="rect">
            <a:avLst/>
          </a:prstGeom>
          <a:gradFill rotWithShape="1">
            <a:gsLst>
              <a:gs pos="0">
                <a:srgbClr val="C9A84C">
                  <a:alpha val="30000"/>
                </a:srgbClr>
              </a:gs>
              <a:gs pos="60000">
                <a:srgbClr val="000000">
                  <a:alpha val="0"/>
                </a:srgbClr>
              </a:gs>
            </a:gsLst>
            <a:lin ang="135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29220" y="314920"/>
            <a:ext cx="348818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186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SELF MADE LEGENDS · 2026 CATALOG</a:t>
            </a:r>
            <a:endParaRPr lang="en-US" sz="620" dirty="0"/>
          </a:p>
        </p:txBody>
      </p:sp>
      <p:sp>
        <p:nvSpPr>
          <p:cNvPr id="14" name="Text 12"/>
          <p:cNvSpPr/>
          <p:nvPr/>
        </p:nvSpPr>
        <p:spPr>
          <a:xfrm>
            <a:off x="429220" y="476101"/>
            <a:ext cx="3329635" cy="32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90"/>
              </a:lnSpc>
              <a:buNone/>
            </a:pPr>
            <a:r>
              <a:rPr lang="en-US" sz="2590" kern="0" spc="570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ACCESSORIES</a:t>
            </a:r>
            <a:endParaRPr lang="en-US" sz="2590" dirty="0"/>
          </a:p>
        </p:txBody>
      </p:sp>
      <p:sp>
        <p:nvSpPr>
          <p:cNvPr id="15" name="Text 13"/>
          <p:cNvSpPr/>
          <p:nvPr/>
        </p:nvSpPr>
        <p:spPr>
          <a:xfrm>
            <a:off x="6392228" y="646361"/>
            <a:ext cx="2379702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20"/>
              </a:lnSpc>
              <a:buNone/>
            </a:pPr>
            <a:r>
              <a:rPr lang="en-US" sz="680" kern="0" spc="190" dirty="0">
                <a:solidFill>
                  <a:srgbClr val="8B7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DETAILS DEFINE THE LEGEND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429220" y="891332"/>
            <a:ext cx="8342709" cy="7590"/>
          </a:xfrm>
          <a:prstGeom prst="rect">
            <a:avLst/>
          </a:prstGeom>
          <a:gradFill rotWithShape="1">
            <a:gsLst>
              <a:gs pos="0">
                <a:srgbClr val="C9A84C"/>
              </a:gs>
              <a:gs pos="50000">
                <a:srgbClr val="C9A84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29220" y="1042392"/>
            <a:ext cx="2010370" cy="3423196"/>
          </a:xfrm>
          <a:prstGeom prst="rect">
            <a:avLst/>
          </a:prstGeom>
          <a:solidFill>
            <a:srgbClr val="111111"/>
          </a:solidFill>
          <a:ln w="9525">
            <a:solidFill>
              <a:srgbClr val="C9A84C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38745" y="1051917"/>
            <a:ext cx="1991320" cy="1384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C9A84C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66886" y="1195388"/>
            <a:ext cx="372070" cy="372070"/>
          </a:xfrm>
          <a:prstGeom prst="roundRect">
            <a:avLst>
              <a:gd name="adj" fmla="val 3755"/>
            </a:avLst>
          </a:prstGeom>
          <a:solidFill>
            <a:srgbClr val="C9A84C">
              <a:alpha val="12000"/>
            </a:srgbClr>
          </a:solidFill>
          <a:ln w="9525">
            <a:solidFill>
              <a:srgbClr val="C9A84C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7614" y="1306116"/>
            <a:ext cx="150465" cy="150465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922443" y="1195388"/>
            <a:ext cx="37948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0"/>
              </a:lnSpc>
              <a:buNone/>
            </a:pPr>
            <a:r>
              <a:rPr lang="en-US" sz="560" kern="0" spc="112" dirty="0">
                <a:solidFill>
                  <a:srgbClr val="8B7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RETAIL</a:t>
            </a:r>
            <a:endParaRPr lang="en-US" sz="560" dirty="0"/>
          </a:p>
        </p:txBody>
      </p:sp>
      <p:sp>
        <p:nvSpPr>
          <p:cNvPr id="22" name="Text 19"/>
          <p:cNvSpPr/>
          <p:nvPr/>
        </p:nvSpPr>
        <p:spPr>
          <a:xfrm>
            <a:off x="1932792" y="1315938"/>
            <a:ext cx="369132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690" b="1" kern="0" spc="-34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$95</a:t>
            </a:r>
            <a:endParaRPr lang="en-US" sz="1690" dirty="0"/>
          </a:p>
        </p:txBody>
      </p:sp>
      <p:sp>
        <p:nvSpPr>
          <p:cNvPr id="23" name="Text 20"/>
          <p:cNvSpPr/>
          <p:nvPr/>
        </p:nvSpPr>
        <p:spPr>
          <a:xfrm>
            <a:off x="566886" y="1667768"/>
            <a:ext cx="190854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31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SML GOLD CHAIN</a:t>
            </a:r>
            <a:endParaRPr lang="en-US" sz="730" dirty="0"/>
          </a:p>
        </p:txBody>
      </p:sp>
      <p:sp>
        <p:nvSpPr>
          <p:cNvPr id="24" name="Text 21"/>
          <p:cNvSpPr/>
          <p:nvPr/>
        </p:nvSpPr>
        <p:spPr>
          <a:xfrm>
            <a:off x="566886" y="1863923"/>
            <a:ext cx="1735038" cy="7590"/>
          </a:xfrm>
          <a:prstGeom prst="rect">
            <a:avLst/>
          </a:prstGeom>
          <a:gradFill rotWithShape="1">
            <a:gsLst>
              <a:gs pos="0">
                <a:srgbClr val="C9A84C">
                  <a:alpha val="3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66886" y="1978075"/>
            <a:ext cx="29170" cy="29170"/>
          </a:xfrm>
          <a:prstGeom prst="ellipse">
            <a:avLst/>
          </a:prstGeom>
          <a:solidFill>
            <a:srgbClr val="C9A84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39217" y="1928664"/>
            <a:ext cx="1269906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18k gold-plated stainless steel</a:t>
            </a:r>
            <a:endParaRPr lang="en-US" sz="680" dirty="0"/>
          </a:p>
        </p:txBody>
      </p:sp>
      <p:sp>
        <p:nvSpPr>
          <p:cNvPr id="27" name="Text 24"/>
          <p:cNvSpPr/>
          <p:nvPr/>
        </p:nvSpPr>
        <p:spPr>
          <a:xfrm>
            <a:off x="566886" y="2138660"/>
            <a:ext cx="29170" cy="29170"/>
          </a:xfrm>
          <a:prstGeom prst="ellipse">
            <a:avLst/>
          </a:prstGeom>
          <a:solidFill>
            <a:srgbClr val="C9A84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39217" y="2089249"/>
            <a:ext cx="992416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SML medallion pendant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>
            <a:off x="566886" y="2299246"/>
            <a:ext cx="29170" cy="29170"/>
          </a:xfrm>
          <a:prstGeom prst="ellipse">
            <a:avLst/>
          </a:prstGeom>
          <a:solidFill>
            <a:srgbClr val="C9A84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639217" y="2249835"/>
            <a:ext cx="779919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24-inch rope chain</a:t>
            </a:r>
            <a:endParaRPr lang="en-US" sz="680" dirty="0"/>
          </a:p>
        </p:txBody>
      </p:sp>
      <p:sp>
        <p:nvSpPr>
          <p:cNvPr id="31" name="Text 28"/>
          <p:cNvSpPr/>
          <p:nvPr/>
        </p:nvSpPr>
        <p:spPr>
          <a:xfrm>
            <a:off x="566886" y="2459831"/>
            <a:ext cx="29170" cy="29170"/>
          </a:xfrm>
          <a:prstGeom prst="ellipse">
            <a:avLst/>
          </a:prstGeom>
          <a:solidFill>
            <a:srgbClr val="C9A84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639217" y="2410420"/>
            <a:ext cx="895826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Lobster clasp closure</a:t>
            </a:r>
            <a:endParaRPr lang="en-US" sz="680" dirty="0"/>
          </a:p>
        </p:txBody>
      </p:sp>
      <p:sp>
        <p:nvSpPr>
          <p:cNvPr id="33" name="Text 30"/>
          <p:cNvSpPr/>
          <p:nvPr/>
        </p:nvSpPr>
        <p:spPr>
          <a:xfrm>
            <a:off x="566886" y="2620417"/>
            <a:ext cx="29170" cy="29170"/>
          </a:xfrm>
          <a:prstGeom prst="ellipse">
            <a:avLst/>
          </a:prstGeom>
          <a:solidFill>
            <a:srgbClr val="C9A84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639217" y="2571006"/>
            <a:ext cx="811515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Anti-tarnish coating</a:t>
            </a:r>
            <a:endParaRPr lang="en-US" sz="680" dirty="0"/>
          </a:p>
        </p:txBody>
      </p:sp>
      <p:sp>
        <p:nvSpPr>
          <p:cNvPr id="35" name="Text 32"/>
          <p:cNvSpPr/>
          <p:nvPr/>
        </p:nvSpPr>
        <p:spPr>
          <a:xfrm>
            <a:off x="566886" y="4154537"/>
            <a:ext cx="1769739" cy="173385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marL="0" indent="0" algn="l">
              <a:buNone/>
            </a:pPr>
            <a:r>
              <a:rPr lang="en-US" sz="560" kern="0" spc="112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JEWELRY · SML-ACC-001</a:t>
            </a:r>
            <a:endParaRPr lang="en-US" sz="560" dirty="0"/>
          </a:p>
        </p:txBody>
      </p:sp>
      <p:sp>
        <p:nvSpPr>
          <p:cNvPr id="36" name="Text 33"/>
          <p:cNvSpPr/>
          <p:nvPr/>
        </p:nvSpPr>
        <p:spPr>
          <a:xfrm>
            <a:off x="566886" y="4154537"/>
            <a:ext cx="1735038" cy="9525"/>
          </a:xfrm>
          <a:prstGeom prst="rect">
            <a:avLst/>
          </a:prstGeom>
          <a:solidFill>
            <a:srgbClr val="C9A84C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2539901" y="1042392"/>
            <a:ext cx="2010519" cy="3423196"/>
          </a:xfrm>
          <a:prstGeom prst="rect">
            <a:avLst/>
          </a:prstGeom>
          <a:solidFill>
            <a:srgbClr val="111111"/>
          </a:solidFill>
          <a:ln w="9525">
            <a:solidFill>
              <a:srgbClr val="C9A84C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2549426" y="1051917"/>
            <a:ext cx="1991469" cy="1384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C9A84C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2677567" y="1195388"/>
            <a:ext cx="372070" cy="372070"/>
          </a:xfrm>
          <a:prstGeom prst="roundRect">
            <a:avLst>
              <a:gd name="adj" fmla="val 3755"/>
            </a:avLst>
          </a:prstGeom>
          <a:solidFill>
            <a:srgbClr val="C9A84C">
              <a:alpha val="12000"/>
            </a:srgbClr>
          </a:solidFill>
          <a:ln w="9525">
            <a:solidFill>
              <a:srgbClr val="C9A84C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88295" y="1306116"/>
            <a:ext cx="150465" cy="150465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4033272" y="1195388"/>
            <a:ext cx="37948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0"/>
              </a:lnSpc>
              <a:buNone/>
            </a:pPr>
            <a:r>
              <a:rPr lang="en-US" sz="560" kern="0" spc="112" dirty="0">
                <a:solidFill>
                  <a:srgbClr val="8B7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RETAIL</a:t>
            </a:r>
            <a:endParaRPr lang="en-US" sz="560" dirty="0"/>
          </a:p>
        </p:txBody>
      </p:sp>
      <p:sp>
        <p:nvSpPr>
          <p:cNvPr id="42" name="Text 38"/>
          <p:cNvSpPr/>
          <p:nvPr/>
        </p:nvSpPr>
        <p:spPr>
          <a:xfrm>
            <a:off x="4043621" y="1315938"/>
            <a:ext cx="369132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690" b="1" kern="0" spc="-34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$45</a:t>
            </a:r>
            <a:endParaRPr lang="en-US" sz="1690" dirty="0"/>
          </a:p>
        </p:txBody>
      </p:sp>
      <p:sp>
        <p:nvSpPr>
          <p:cNvPr id="43" name="Text 39"/>
          <p:cNvSpPr/>
          <p:nvPr/>
        </p:nvSpPr>
        <p:spPr>
          <a:xfrm>
            <a:off x="2677567" y="1667768"/>
            <a:ext cx="190870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31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LEGEND SNAPBACK</a:t>
            </a:r>
            <a:endParaRPr lang="en-US" sz="730" dirty="0"/>
          </a:p>
        </p:txBody>
      </p:sp>
      <p:sp>
        <p:nvSpPr>
          <p:cNvPr id="44" name="Text 40"/>
          <p:cNvSpPr/>
          <p:nvPr/>
        </p:nvSpPr>
        <p:spPr>
          <a:xfrm>
            <a:off x="2677567" y="1863923"/>
            <a:ext cx="1735187" cy="7590"/>
          </a:xfrm>
          <a:prstGeom prst="rect">
            <a:avLst/>
          </a:prstGeom>
          <a:gradFill rotWithShape="1">
            <a:gsLst>
              <a:gs pos="0">
                <a:srgbClr val="C9A84C">
                  <a:alpha val="3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1"/>
          <p:cNvSpPr/>
          <p:nvPr/>
        </p:nvSpPr>
        <p:spPr>
          <a:xfrm>
            <a:off x="2677567" y="1978075"/>
            <a:ext cx="29170" cy="29170"/>
          </a:xfrm>
          <a:prstGeom prst="ellipse">
            <a:avLst/>
          </a:prstGeom>
          <a:solidFill>
            <a:srgbClr val="C9A84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2"/>
          <p:cNvSpPr/>
          <p:nvPr/>
        </p:nvSpPr>
        <p:spPr>
          <a:xfrm>
            <a:off x="2749897" y="1928664"/>
            <a:ext cx="943302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6-panel structured cap</a:t>
            </a:r>
            <a:endParaRPr lang="en-US" sz="680" dirty="0"/>
          </a:p>
        </p:txBody>
      </p:sp>
      <p:sp>
        <p:nvSpPr>
          <p:cNvPr id="47" name="Text 43"/>
          <p:cNvSpPr/>
          <p:nvPr/>
        </p:nvSpPr>
        <p:spPr>
          <a:xfrm>
            <a:off x="2677567" y="2138660"/>
            <a:ext cx="29170" cy="29170"/>
          </a:xfrm>
          <a:prstGeom prst="ellipse">
            <a:avLst/>
          </a:prstGeom>
          <a:solidFill>
            <a:srgbClr val="C9A84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4"/>
          <p:cNvSpPr/>
          <p:nvPr/>
        </p:nvSpPr>
        <p:spPr>
          <a:xfrm>
            <a:off x="2749897" y="2089249"/>
            <a:ext cx="1102921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woven SML patch</a:t>
            </a:r>
            <a:endParaRPr lang="en-US" sz="680" dirty="0"/>
          </a:p>
        </p:txBody>
      </p:sp>
      <p:sp>
        <p:nvSpPr>
          <p:cNvPr id="49" name="Text 45"/>
          <p:cNvSpPr/>
          <p:nvPr/>
        </p:nvSpPr>
        <p:spPr>
          <a:xfrm>
            <a:off x="2677567" y="2299246"/>
            <a:ext cx="29170" cy="29170"/>
          </a:xfrm>
          <a:prstGeom prst="ellipse">
            <a:avLst/>
          </a:prstGeom>
          <a:solidFill>
            <a:srgbClr val="C9A84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6"/>
          <p:cNvSpPr/>
          <p:nvPr/>
        </p:nvSpPr>
        <p:spPr>
          <a:xfrm>
            <a:off x="2749897" y="2249835"/>
            <a:ext cx="848350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flat brim option</a:t>
            </a:r>
            <a:endParaRPr lang="en-US" sz="680" dirty="0"/>
          </a:p>
        </p:txBody>
      </p:sp>
      <p:sp>
        <p:nvSpPr>
          <p:cNvPr id="51" name="Text 47"/>
          <p:cNvSpPr/>
          <p:nvPr/>
        </p:nvSpPr>
        <p:spPr>
          <a:xfrm>
            <a:off x="2677567" y="2459831"/>
            <a:ext cx="29170" cy="29170"/>
          </a:xfrm>
          <a:prstGeom prst="ellipse">
            <a:avLst/>
          </a:prstGeom>
          <a:solidFill>
            <a:srgbClr val="C9A84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8"/>
          <p:cNvSpPr/>
          <p:nvPr/>
        </p:nvSpPr>
        <p:spPr>
          <a:xfrm>
            <a:off x="2749897" y="2410420"/>
            <a:ext cx="1206713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snapback closure</a:t>
            </a:r>
            <a:endParaRPr lang="en-US" sz="680" dirty="0"/>
          </a:p>
        </p:txBody>
      </p:sp>
      <p:sp>
        <p:nvSpPr>
          <p:cNvPr id="53" name="Text 49"/>
          <p:cNvSpPr/>
          <p:nvPr/>
        </p:nvSpPr>
        <p:spPr>
          <a:xfrm>
            <a:off x="2677567" y="2620417"/>
            <a:ext cx="29170" cy="29170"/>
          </a:xfrm>
          <a:prstGeom prst="ellipse">
            <a:avLst/>
          </a:prstGeom>
          <a:solidFill>
            <a:srgbClr val="C9A84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0"/>
          <p:cNvSpPr/>
          <p:nvPr/>
        </p:nvSpPr>
        <p:spPr>
          <a:xfrm>
            <a:off x="2749897" y="2571006"/>
            <a:ext cx="1190670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Moisture-wicking sweatband</a:t>
            </a:r>
            <a:endParaRPr lang="en-US" sz="680" dirty="0"/>
          </a:p>
        </p:txBody>
      </p:sp>
      <p:sp>
        <p:nvSpPr>
          <p:cNvPr id="55" name="Text 51"/>
          <p:cNvSpPr/>
          <p:nvPr/>
        </p:nvSpPr>
        <p:spPr>
          <a:xfrm>
            <a:off x="2677567" y="4154537"/>
            <a:ext cx="1769891" cy="173385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marL="0" indent="0" algn="l">
              <a:buNone/>
            </a:pPr>
            <a:r>
              <a:rPr lang="en-US" sz="560" kern="0" spc="112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HEADWEAR · SML-ACC-002</a:t>
            </a:r>
            <a:endParaRPr lang="en-US" sz="560" dirty="0"/>
          </a:p>
        </p:txBody>
      </p:sp>
      <p:sp>
        <p:nvSpPr>
          <p:cNvPr id="56" name="Text 52"/>
          <p:cNvSpPr/>
          <p:nvPr/>
        </p:nvSpPr>
        <p:spPr>
          <a:xfrm>
            <a:off x="2677567" y="4154537"/>
            <a:ext cx="1735187" cy="9525"/>
          </a:xfrm>
          <a:prstGeom prst="rect">
            <a:avLst/>
          </a:prstGeom>
          <a:solidFill>
            <a:srgbClr val="C9A84C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3"/>
          <p:cNvSpPr/>
          <p:nvPr/>
        </p:nvSpPr>
        <p:spPr>
          <a:xfrm>
            <a:off x="4650730" y="1042392"/>
            <a:ext cx="2010370" cy="3423196"/>
          </a:xfrm>
          <a:prstGeom prst="rect">
            <a:avLst/>
          </a:prstGeom>
          <a:solidFill>
            <a:srgbClr val="111111"/>
          </a:solidFill>
          <a:ln w="9525">
            <a:solidFill>
              <a:srgbClr val="C9A84C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4"/>
          <p:cNvSpPr/>
          <p:nvPr/>
        </p:nvSpPr>
        <p:spPr>
          <a:xfrm>
            <a:off x="4660255" y="1051917"/>
            <a:ext cx="1991320" cy="1384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C9A84C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5"/>
          <p:cNvSpPr/>
          <p:nvPr/>
        </p:nvSpPr>
        <p:spPr>
          <a:xfrm>
            <a:off x="4788396" y="1195388"/>
            <a:ext cx="372070" cy="372070"/>
          </a:xfrm>
          <a:prstGeom prst="roundRect">
            <a:avLst>
              <a:gd name="adj" fmla="val 3755"/>
            </a:avLst>
          </a:prstGeom>
          <a:solidFill>
            <a:srgbClr val="C9A84C">
              <a:alpha val="12000"/>
            </a:srgbClr>
          </a:solidFill>
          <a:ln w="9525">
            <a:solidFill>
              <a:srgbClr val="C9A84C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99124" y="1306116"/>
            <a:ext cx="150465" cy="150465"/>
          </a:xfrm>
          <a:prstGeom prst="rect">
            <a:avLst/>
          </a:prstGeom>
        </p:spPr>
      </p:pic>
      <p:sp>
        <p:nvSpPr>
          <p:cNvPr id="61" name="Text 56"/>
          <p:cNvSpPr/>
          <p:nvPr/>
        </p:nvSpPr>
        <p:spPr>
          <a:xfrm>
            <a:off x="6017404" y="1195388"/>
            <a:ext cx="506031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0"/>
              </a:lnSpc>
              <a:buNone/>
            </a:pPr>
            <a:r>
              <a:rPr lang="en-US" sz="560" kern="0" spc="112" dirty="0">
                <a:solidFill>
                  <a:srgbClr val="8B7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RETAIL</a:t>
            </a:r>
            <a:endParaRPr lang="en-US" sz="560" dirty="0"/>
          </a:p>
        </p:txBody>
      </p:sp>
      <p:sp>
        <p:nvSpPr>
          <p:cNvPr id="62" name="Text 57"/>
          <p:cNvSpPr/>
          <p:nvPr/>
        </p:nvSpPr>
        <p:spPr>
          <a:xfrm>
            <a:off x="6031205" y="1315938"/>
            <a:ext cx="49223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690" b="1" kern="0" spc="-34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$135</a:t>
            </a:r>
            <a:endParaRPr lang="en-US" sz="1690" dirty="0"/>
          </a:p>
        </p:txBody>
      </p:sp>
      <p:sp>
        <p:nvSpPr>
          <p:cNvPr id="63" name="Text 58"/>
          <p:cNvSpPr/>
          <p:nvPr/>
        </p:nvSpPr>
        <p:spPr>
          <a:xfrm>
            <a:off x="4788396" y="1667768"/>
            <a:ext cx="190854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31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SML DUFFLE BAG</a:t>
            </a:r>
            <a:endParaRPr lang="en-US" sz="730" dirty="0"/>
          </a:p>
        </p:txBody>
      </p:sp>
      <p:sp>
        <p:nvSpPr>
          <p:cNvPr id="64" name="Text 59"/>
          <p:cNvSpPr/>
          <p:nvPr/>
        </p:nvSpPr>
        <p:spPr>
          <a:xfrm>
            <a:off x="4788396" y="1863923"/>
            <a:ext cx="1735038" cy="7590"/>
          </a:xfrm>
          <a:prstGeom prst="rect">
            <a:avLst/>
          </a:prstGeom>
          <a:gradFill rotWithShape="1">
            <a:gsLst>
              <a:gs pos="0">
                <a:srgbClr val="C9A84C">
                  <a:alpha val="3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60"/>
          <p:cNvSpPr/>
          <p:nvPr/>
        </p:nvSpPr>
        <p:spPr>
          <a:xfrm>
            <a:off x="4788396" y="1978075"/>
            <a:ext cx="29170" cy="29170"/>
          </a:xfrm>
          <a:prstGeom prst="ellipse">
            <a:avLst/>
          </a:prstGeom>
          <a:solidFill>
            <a:srgbClr val="C9A84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1"/>
          <p:cNvSpPr/>
          <p:nvPr/>
        </p:nvSpPr>
        <p:spPr>
          <a:xfrm>
            <a:off x="4860727" y="1928664"/>
            <a:ext cx="1185922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Vegan leather &amp; nylon blend</a:t>
            </a:r>
            <a:endParaRPr lang="en-US" sz="680" dirty="0"/>
          </a:p>
        </p:txBody>
      </p:sp>
      <p:sp>
        <p:nvSpPr>
          <p:cNvPr id="67" name="Text 62"/>
          <p:cNvSpPr/>
          <p:nvPr/>
        </p:nvSpPr>
        <p:spPr>
          <a:xfrm>
            <a:off x="4788396" y="2138660"/>
            <a:ext cx="29170" cy="29170"/>
          </a:xfrm>
          <a:prstGeom prst="ellipse">
            <a:avLst/>
          </a:prstGeom>
          <a:solidFill>
            <a:srgbClr val="C9A84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3"/>
          <p:cNvSpPr/>
          <p:nvPr/>
        </p:nvSpPr>
        <p:spPr>
          <a:xfrm>
            <a:off x="4860727" y="2089249"/>
            <a:ext cx="1113562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SML embossed side panel</a:t>
            </a:r>
            <a:endParaRPr lang="en-US" sz="680" dirty="0"/>
          </a:p>
        </p:txBody>
      </p:sp>
      <p:sp>
        <p:nvSpPr>
          <p:cNvPr id="69" name="Text 64"/>
          <p:cNvSpPr/>
          <p:nvPr/>
        </p:nvSpPr>
        <p:spPr>
          <a:xfrm>
            <a:off x="4788396" y="2299246"/>
            <a:ext cx="29170" cy="29170"/>
          </a:xfrm>
          <a:prstGeom prst="ellipse">
            <a:avLst/>
          </a:prstGeom>
          <a:solidFill>
            <a:srgbClr val="C9A84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65"/>
          <p:cNvSpPr/>
          <p:nvPr/>
        </p:nvSpPr>
        <p:spPr>
          <a:xfrm>
            <a:off x="4860727" y="2249835"/>
            <a:ext cx="746522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YKK zippers</a:t>
            </a:r>
            <a:endParaRPr lang="en-US" sz="680" dirty="0"/>
          </a:p>
        </p:txBody>
      </p:sp>
      <p:sp>
        <p:nvSpPr>
          <p:cNvPr id="71" name="Text 66"/>
          <p:cNvSpPr/>
          <p:nvPr/>
        </p:nvSpPr>
        <p:spPr>
          <a:xfrm>
            <a:off x="4788396" y="2459831"/>
            <a:ext cx="29170" cy="29170"/>
          </a:xfrm>
          <a:prstGeom prst="ellipse">
            <a:avLst/>
          </a:prstGeom>
          <a:solidFill>
            <a:srgbClr val="C9A84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67"/>
          <p:cNvSpPr/>
          <p:nvPr/>
        </p:nvSpPr>
        <p:spPr>
          <a:xfrm>
            <a:off x="4860727" y="2410420"/>
            <a:ext cx="953944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Padded shoulder strap</a:t>
            </a:r>
            <a:endParaRPr lang="en-US" sz="680" dirty="0"/>
          </a:p>
        </p:txBody>
      </p:sp>
      <p:sp>
        <p:nvSpPr>
          <p:cNvPr id="73" name="Text 68"/>
          <p:cNvSpPr/>
          <p:nvPr/>
        </p:nvSpPr>
        <p:spPr>
          <a:xfrm>
            <a:off x="4788396" y="2620417"/>
            <a:ext cx="29170" cy="29170"/>
          </a:xfrm>
          <a:prstGeom prst="ellipse">
            <a:avLst/>
          </a:prstGeom>
          <a:solidFill>
            <a:srgbClr val="C9A84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69"/>
          <p:cNvSpPr/>
          <p:nvPr/>
        </p:nvSpPr>
        <p:spPr>
          <a:xfrm>
            <a:off x="4860727" y="2571006"/>
            <a:ext cx="1043330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Shoe compartment · 40L</a:t>
            </a:r>
            <a:endParaRPr lang="en-US" sz="680" dirty="0"/>
          </a:p>
        </p:txBody>
      </p:sp>
      <p:sp>
        <p:nvSpPr>
          <p:cNvPr id="75" name="Text 70"/>
          <p:cNvSpPr/>
          <p:nvPr/>
        </p:nvSpPr>
        <p:spPr>
          <a:xfrm>
            <a:off x="4788396" y="4154537"/>
            <a:ext cx="1769739" cy="173385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marL="0" indent="0" algn="l">
              <a:buNone/>
            </a:pPr>
            <a:r>
              <a:rPr lang="en-US" sz="560" kern="0" spc="112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BAGS · SML-ACC-003</a:t>
            </a:r>
            <a:endParaRPr lang="en-US" sz="560" dirty="0"/>
          </a:p>
        </p:txBody>
      </p:sp>
      <p:sp>
        <p:nvSpPr>
          <p:cNvPr id="76" name="Text 71"/>
          <p:cNvSpPr/>
          <p:nvPr/>
        </p:nvSpPr>
        <p:spPr>
          <a:xfrm>
            <a:off x="4788396" y="4154537"/>
            <a:ext cx="1735038" cy="9525"/>
          </a:xfrm>
          <a:prstGeom prst="rect">
            <a:avLst/>
          </a:prstGeom>
          <a:solidFill>
            <a:srgbClr val="C9A84C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7" name="Text 72"/>
          <p:cNvSpPr/>
          <p:nvPr/>
        </p:nvSpPr>
        <p:spPr>
          <a:xfrm>
            <a:off x="6761411" y="1042392"/>
            <a:ext cx="2010519" cy="3423196"/>
          </a:xfrm>
          <a:prstGeom prst="rect">
            <a:avLst/>
          </a:prstGeom>
          <a:solidFill>
            <a:srgbClr val="111111"/>
          </a:solidFill>
          <a:ln w="9525">
            <a:solidFill>
              <a:srgbClr val="C9A84C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73"/>
          <p:cNvSpPr/>
          <p:nvPr/>
        </p:nvSpPr>
        <p:spPr>
          <a:xfrm>
            <a:off x="6770936" y="1051917"/>
            <a:ext cx="1991469" cy="1384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C9A84C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9" name="Text 74"/>
          <p:cNvSpPr/>
          <p:nvPr/>
        </p:nvSpPr>
        <p:spPr>
          <a:xfrm>
            <a:off x="6899077" y="1195388"/>
            <a:ext cx="372070" cy="372070"/>
          </a:xfrm>
          <a:prstGeom prst="roundRect">
            <a:avLst>
              <a:gd name="adj" fmla="val 3755"/>
            </a:avLst>
          </a:prstGeom>
          <a:solidFill>
            <a:srgbClr val="C9A84C">
              <a:alpha val="12000"/>
            </a:srgbClr>
          </a:solidFill>
          <a:ln w="9525">
            <a:solidFill>
              <a:srgbClr val="C9A84C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09805" y="1306116"/>
            <a:ext cx="150465" cy="150465"/>
          </a:xfrm>
          <a:prstGeom prst="rect">
            <a:avLst/>
          </a:prstGeom>
        </p:spPr>
      </p:pic>
      <p:sp>
        <p:nvSpPr>
          <p:cNvPr id="81" name="Text 75"/>
          <p:cNvSpPr/>
          <p:nvPr/>
        </p:nvSpPr>
        <p:spPr>
          <a:xfrm>
            <a:off x="8254782" y="1195388"/>
            <a:ext cx="37948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0"/>
              </a:lnSpc>
              <a:buNone/>
            </a:pPr>
            <a:r>
              <a:rPr lang="en-US" sz="560" kern="0" spc="112" dirty="0">
                <a:solidFill>
                  <a:srgbClr val="8B7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RETAIL</a:t>
            </a:r>
            <a:endParaRPr lang="en-US" sz="560" dirty="0"/>
          </a:p>
        </p:txBody>
      </p:sp>
      <p:sp>
        <p:nvSpPr>
          <p:cNvPr id="82" name="Text 76"/>
          <p:cNvSpPr/>
          <p:nvPr/>
        </p:nvSpPr>
        <p:spPr>
          <a:xfrm>
            <a:off x="8265131" y="1315938"/>
            <a:ext cx="369132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690" b="1" kern="0" spc="-34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$35</a:t>
            </a:r>
            <a:endParaRPr lang="en-US" sz="1690" dirty="0"/>
          </a:p>
        </p:txBody>
      </p:sp>
      <p:sp>
        <p:nvSpPr>
          <p:cNvPr id="83" name="Text 77"/>
          <p:cNvSpPr/>
          <p:nvPr/>
        </p:nvSpPr>
        <p:spPr>
          <a:xfrm>
            <a:off x="6899077" y="1667768"/>
            <a:ext cx="190870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31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SML WRISTBAND SET</a:t>
            </a:r>
            <a:endParaRPr lang="en-US" sz="730" dirty="0"/>
          </a:p>
        </p:txBody>
      </p:sp>
      <p:sp>
        <p:nvSpPr>
          <p:cNvPr id="84" name="Text 78"/>
          <p:cNvSpPr/>
          <p:nvPr/>
        </p:nvSpPr>
        <p:spPr>
          <a:xfrm>
            <a:off x="6899077" y="1863923"/>
            <a:ext cx="1735187" cy="7590"/>
          </a:xfrm>
          <a:prstGeom prst="rect">
            <a:avLst/>
          </a:prstGeom>
          <a:gradFill rotWithShape="1">
            <a:gsLst>
              <a:gs pos="0">
                <a:srgbClr val="C9A84C">
                  <a:alpha val="3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5" name="Text 79"/>
          <p:cNvSpPr/>
          <p:nvPr/>
        </p:nvSpPr>
        <p:spPr>
          <a:xfrm>
            <a:off x="6899077" y="1978075"/>
            <a:ext cx="29170" cy="29170"/>
          </a:xfrm>
          <a:prstGeom prst="ellipse">
            <a:avLst/>
          </a:prstGeom>
          <a:solidFill>
            <a:srgbClr val="C9A84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6" name="Text 80"/>
          <p:cNvSpPr/>
          <p:nvPr/>
        </p:nvSpPr>
        <p:spPr>
          <a:xfrm>
            <a:off x="6971407" y="1928664"/>
            <a:ext cx="1106686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leather wristband</a:t>
            </a:r>
            <a:endParaRPr lang="en-US" sz="680" dirty="0"/>
          </a:p>
        </p:txBody>
      </p:sp>
      <p:sp>
        <p:nvSpPr>
          <p:cNvPr id="87" name="Text 81"/>
          <p:cNvSpPr/>
          <p:nvPr/>
        </p:nvSpPr>
        <p:spPr>
          <a:xfrm>
            <a:off x="6899077" y="2138660"/>
            <a:ext cx="29170" cy="29170"/>
          </a:xfrm>
          <a:prstGeom prst="ellipse">
            <a:avLst/>
          </a:prstGeom>
          <a:solidFill>
            <a:srgbClr val="C9A84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8" name="Text 82"/>
          <p:cNvSpPr/>
          <p:nvPr/>
        </p:nvSpPr>
        <p:spPr>
          <a:xfrm>
            <a:off x="6971407" y="2089249"/>
            <a:ext cx="1185758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Silicone sport band included</a:t>
            </a:r>
            <a:endParaRPr lang="en-US" sz="680" dirty="0"/>
          </a:p>
        </p:txBody>
      </p:sp>
      <p:sp>
        <p:nvSpPr>
          <p:cNvPr id="89" name="Text 83"/>
          <p:cNvSpPr/>
          <p:nvPr/>
        </p:nvSpPr>
        <p:spPr>
          <a:xfrm>
            <a:off x="6899077" y="2299246"/>
            <a:ext cx="29170" cy="29170"/>
          </a:xfrm>
          <a:prstGeom prst="ellipse">
            <a:avLst/>
          </a:prstGeom>
          <a:solidFill>
            <a:srgbClr val="C9A84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0" name="Text 84"/>
          <p:cNvSpPr/>
          <p:nvPr/>
        </p:nvSpPr>
        <p:spPr>
          <a:xfrm>
            <a:off x="6971407" y="2249835"/>
            <a:ext cx="834435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SML debossed logo</a:t>
            </a:r>
            <a:endParaRPr lang="en-US" sz="680" dirty="0"/>
          </a:p>
        </p:txBody>
      </p:sp>
      <p:sp>
        <p:nvSpPr>
          <p:cNvPr id="91" name="Text 85"/>
          <p:cNvSpPr/>
          <p:nvPr/>
        </p:nvSpPr>
        <p:spPr>
          <a:xfrm>
            <a:off x="6899077" y="2459831"/>
            <a:ext cx="29170" cy="29170"/>
          </a:xfrm>
          <a:prstGeom prst="ellipse">
            <a:avLst/>
          </a:prstGeom>
          <a:solidFill>
            <a:srgbClr val="C9A84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2" name="Text 86"/>
          <p:cNvSpPr/>
          <p:nvPr/>
        </p:nvSpPr>
        <p:spPr>
          <a:xfrm>
            <a:off x="6971407" y="2410420"/>
            <a:ext cx="853753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hardware snap</a:t>
            </a:r>
            <a:endParaRPr lang="en-US" sz="680" dirty="0"/>
          </a:p>
        </p:txBody>
      </p:sp>
      <p:sp>
        <p:nvSpPr>
          <p:cNvPr id="93" name="Text 87"/>
          <p:cNvSpPr/>
          <p:nvPr/>
        </p:nvSpPr>
        <p:spPr>
          <a:xfrm>
            <a:off x="6899077" y="2620417"/>
            <a:ext cx="29170" cy="29170"/>
          </a:xfrm>
          <a:prstGeom prst="ellipse">
            <a:avLst/>
          </a:prstGeom>
          <a:solidFill>
            <a:srgbClr val="C9A84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4" name="Text 88"/>
          <p:cNvSpPr/>
          <p:nvPr/>
        </p:nvSpPr>
        <p:spPr>
          <a:xfrm>
            <a:off x="6971407" y="2571006"/>
            <a:ext cx="1048569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Dual-band set · One size</a:t>
            </a:r>
            <a:endParaRPr lang="en-US" sz="680" dirty="0"/>
          </a:p>
        </p:txBody>
      </p:sp>
      <p:sp>
        <p:nvSpPr>
          <p:cNvPr id="95" name="Text 89"/>
          <p:cNvSpPr/>
          <p:nvPr/>
        </p:nvSpPr>
        <p:spPr>
          <a:xfrm>
            <a:off x="6899077" y="4154537"/>
            <a:ext cx="1769891" cy="173385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marL="0" indent="0" algn="l">
              <a:buNone/>
            </a:pPr>
            <a:r>
              <a:rPr lang="en-US" sz="560" kern="0" spc="112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· SML-ACC-004</a:t>
            </a:r>
            <a:endParaRPr lang="en-US" sz="560" dirty="0"/>
          </a:p>
        </p:txBody>
      </p:sp>
      <p:sp>
        <p:nvSpPr>
          <p:cNvPr id="96" name="Text 90"/>
          <p:cNvSpPr/>
          <p:nvPr/>
        </p:nvSpPr>
        <p:spPr>
          <a:xfrm>
            <a:off x="6899077" y="4154537"/>
            <a:ext cx="1735187" cy="9525"/>
          </a:xfrm>
          <a:prstGeom prst="rect">
            <a:avLst/>
          </a:prstGeom>
          <a:solidFill>
            <a:srgbClr val="C9A84C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7" name="Image 4" descr="preencoded.png"/>
          <p:cNvPicPr>
            <a:picLocks noChangeAspect="1"/>
          </p:cNvPicPr>
          <p:nvPr/>
        </p:nvPicPr>
        <p:blipFill>
          <a:blip>
            <a:alphaModFix amt="6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1937" y="4673361"/>
            <a:ext cx="132588" cy="132588"/>
          </a:xfrm>
          <a:prstGeom prst="rect">
            <a:avLst/>
          </a:prstGeom>
        </p:spPr>
      </p:pic>
      <p:sp>
        <p:nvSpPr>
          <p:cNvPr id="98" name="Text 91"/>
          <p:cNvSpPr/>
          <p:nvPr/>
        </p:nvSpPr>
        <p:spPr>
          <a:xfrm>
            <a:off x="618232" y="4686300"/>
            <a:ext cx="3102159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MADE LEGENDS · ACCESSORIES COLLECTION 2026</a:t>
            </a:r>
            <a:endParaRPr lang="en-US" sz="560" dirty="0"/>
          </a:p>
        </p:txBody>
      </p:sp>
      <p:sp>
        <p:nvSpPr>
          <p:cNvPr id="99" name="Text 92"/>
          <p:cNvSpPr/>
          <p:nvPr/>
        </p:nvSpPr>
        <p:spPr>
          <a:xfrm>
            <a:off x="7161178" y="4593729"/>
            <a:ext cx="74799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0"/>
              </a:lnSpc>
              <a:buNone/>
            </a:pPr>
            <a:r>
              <a:rPr lang="en-US" sz="560" kern="0" spc="112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</a:t>
            </a:r>
            <a:endParaRPr lang="en-US" sz="560" dirty="0"/>
          </a:p>
        </p:txBody>
      </p:sp>
      <p:sp>
        <p:nvSpPr>
          <p:cNvPr id="100" name="Text 93"/>
          <p:cNvSpPr/>
          <p:nvPr/>
        </p:nvSpPr>
        <p:spPr>
          <a:xfrm>
            <a:off x="7161178" y="4714280"/>
            <a:ext cx="74799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900" b="1" kern="0" spc="45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$35 — $135</a:t>
            </a:r>
            <a:endParaRPr lang="en-US" sz="900" dirty="0"/>
          </a:p>
        </p:txBody>
      </p:sp>
      <p:sp>
        <p:nvSpPr>
          <p:cNvPr id="101" name="Text 94"/>
          <p:cNvSpPr/>
          <p:nvPr/>
        </p:nvSpPr>
        <p:spPr>
          <a:xfrm>
            <a:off x="8080623" y="4639419"/>
            <a:ext cx="7590" cy="200620"/>
          </a:xfrm>
          <a:prstGeom prst="rect">
            <a:avLst/>
          </a:prstGeom>
          <a:solidFill>
            <a:srgbClr val="C9A84C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2" name="Text 95"/>
          <p:cNvSpPr/>
          <p:nvPr/>
        </p:nvSpPr>
        <p:spPr>
          <a:xfrm>
            <a:off x="8208437" y="4593729"/>
            <a:ext cx="563493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0"/>
              </a:lnSpc>
              <a:buNone/>
            </a:pPr>
            <a:r>
              <a:rPr lang="en-US" sz="560" kern="0" spc="112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560" dirty="0"/>
          </a:p>
        </p:txBody>
      </p:sp>
      <p:sp>
        <p:nvSpPr>
          <p:cNvPr id="103" name="Text 96"/>
          <p:cNvSpPr/>
          <p:nvPr/>
        </p:nvSpPr>
        <p:spPr>
          <a:xfrm>
            <a:off x="8208437" y="4714280"/>
            <a:ext cx="5634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900" b="1" kern="0" spc="45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ITEMS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0000">
                  <a:alpha val="8000"/>
                </a:srgbClr>
              </a:gs>
              <a:gs pos="100000">
                <a:srgbClr val="000000">
                  <a:alpha val="8000"/>
                </a:srgbClr>
              </a:gs>
            </a:gsLst>
            <a:lin ang="16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95275" y="1122759"/>
            <a:ext cx="157460" cy="15746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909297" y="4805067"/>
            <a:ext cx="157460" cy="15746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186113" y="1122759"/>
            <a:ext cx="157460" cy="15746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00277" y="4805067"/>
            <a:ext cx="157460" cy="15746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77099" y="1122759"/>
            <a:ext cx="157460" cy="15746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691264" y="4805067"/>
            <a:ext cx="157460" cy="15746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75" y="1122759"/>
            <a:ext cx="2771477" cy="383976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186113" y="1122759"/>
            <a:ext cx="2771626" cy="3839766"/>
          </a:xfrm>
          <a:prstGeom prst="rect">
            <a:avLst/>
          </a:prstGeom>
          <a:gradFill rotWithShape="1">
            <a:gsLst>
              <a:gs pos="0">
                <a:srgbClr val="FFF5DC">
                  <a:alpha val="18000"/>
                </a:srgbClr>
              </a:gs>
              <a:gs pos="40000">
                <a:srgbClr val="FFF5DC">
                  <a:alpha val="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85000" r="50000" b="15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186113" y="1122759"/>
            <a:ext cx="2771626" cy="3839766"/>
          </a:xfrm>
          <a:prstGeom prst="rect">
            <a:avLst/>
          </a:prstGeom>
          <a:gradFill rotWithShape="1">
            <a:gsLst>
              <a:gs pos="0">
                <a:srgbClr val="0A0A0A"/>
              </a:gs>
              <a:gs pos="60000">
                <a:srgbClr val="111111"/>
              </a:gs>
              <a:gs pos="100000">
                <a:srgbClr val="080808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077099" y="1122759"/>
            <a:ext cx="2771626" cy="3839766"/>
          </a:xfrm>
          <a:prstGeom prst="rect">
            <a:avLst/>
          </a:prstGeom>
          <a:gradFill rotWithShape="1">
            <a:gsLst>
              <a:gs pos="0">
                <a:srgbClr val="C98C28">
                  <a:alpha val="12000"/>
                </a:srgbClr>
              </a:gs>
              <a:gs pos="65000">
                <a:srgbClr val="000000">
                  <a:alpha val="0"/>
                </a:srgbClr>
              </a:gs>
            </a:gsLst>
            <a:path path="circle">
              <a:fillToRect l="50000" r="50000" b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077099" y="1122759"/>
            <a:ext cx="2771626" cy="3839766"/>
          </a:xfrm>
          <a:prstGeom prst="rect">
            <a:avLst/>
          </a:prstGeom>
          <a:gradFill rotWithShape="1">
            <a:gsLst>
              <a:gs pos="0">
                <a:srgbClr val="B47814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40000" t="40000" r="60000" b="6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077099" y="1122759"/>
            <a:ext cx="2771626" cy="3839766"/>
          </a:xfrm>
          <a:prstGeom prst="rect">
            <a:avLst/>
          </a:prstGeom>
          <a:gradFill rotWithShape="1">
            <a:gsLst>
              <a:gs pos="0">
                <a:srgbClr val="0A0A08"/>
              </a:gs>
              <a:gs pos="50000">
                <a:srgbClr val="0F0E0A"/>
              </a:gs>
              <a:gs pos="100000">
                <a:srgbClr val="080808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 rot="-480000">
            <a:off x="295274" y="2082701"/>
            <a:ext cx="1247032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FF3CB4">
                  <a:alpha val="1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 rot="180000">
            <a:off x="849512" y="2581870"/>
            <a:ext cx="1662855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A0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 rot="-300000">
            <a:off x="295275" y="3234630"/>
            <a:ext cx="831353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FF8C00">
                  <a:alpha val="1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 rot="360000">
            <a:off x="1958283" y="1698725"/>
            <a:ext cx="1108469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50FFC8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 rot="-180000">
            <a:off x="572395" y="3733800"/>
            <a:ext cx="1385735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C83CFF">
                  <a:alpha val="1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295275" y="1122759"/>
            <a:ext cx="2771477" cy="3839766"/>
          </a:xfrm>
          <a:prstGeom prst="rect">
            <a:avLst/>
          </a:prstGeom>
          <a:gradFill rotWithShape="1">
            <a:gsLst>
              <a:gs pos="0">
                <a:srgbClr val="080808">
                  <a:alpha val="25000"/>
                </a:srgbClr>
              </a:gs>
              <a:gs pos="40000">
                <a:srgbClr val="080808">
                  <a:alpha val="10000"/>
                </a:srgbClr>
              </a:gs>
              <a:gs pos="75000">
                <a:srgbClr val="080808">
                  <a:alpha val="65000"/>
                </a:srgbClr>
              </a:gs>
              <a:gs pos="100000">
                <a:srgbClr val="080808">
                  <a:alpha val="95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295275" y="1122759"/>
            <a:ext cx="2771477" cy="3839766"/>
          </a:xfrm>
          <a:prstGeom prst="rect">
            <a:avLst/>
          </a:prstGeom>
          <a:gradFill rotWithShape="1">
            <a:gsLst>
              <a:gs pos="0">
                <a:srgbClr val="140A00">
                  <a:alpha val="50000"/>
                </a:srgbClr>
              </a:gs>
              <a:gs pos="100000">
                <a:srgbClr val="C9A84C">
                  <a:alpha val="400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86038" y="1122759"/>
            <a:ext cx="2771626" cy="383976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186113" y="1122759"/>
            <a:ext cx="2771626" cy="3839766"/>
          </a:xfrm>
          <a:prstGeom prst="rect">
            <a:avLst/>
          </a:prstGeom>
          <a:gradFill rotWithShape="1">
            <a:gsLst>
              <a:gs pos="0">
                <a:srgbClr val="FFF0C8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100000" r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3186113" y="1122759"/>
            <a:ext cx="2771626" cy="3839766"/>
          </a:xfrm>
          <a:prstGeom prst="rect">
            <a:avLst/>
          </a:prstGeom>
          <a:gradFill rotWithShape="1">
            <a:gsLst>
              <a:gs pos="0">
                <a:srgbClr val="080808">
                  <a:alpha val="30000"/>
                </a:srgbClr>
              </a:gs>
              <a:gs pos="35000">
                <a:srgbClr val="080808">
                  <a:alpha val="10000"/>
                </a:srgbClr>
              </a:gs>
              <a:gs pos="72000">
                <a:srgbClr val="080808">
                  <a:alpha val="65000"/>
                </a:srgbClr>
              </a:gs>
              <a:gs pos="100000">
                <a:srgbClr val="080808">
                  <a:alpha val="96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6077099" y="1122759"/>
            <a:ext cx="2771626" cy="3839766"/>
          </a:xfrm>
          <a:prstGeom prst="rect">
            <a:avLst/>
          </a:prstGeom>
          <a:gradFill rotWithShape="1">
            <a:gsLst>
              <a:gs pos="0">
                <a:srgbClr val="C98C28">
                  <a:alpha val="6000"/>
                </a:srgbClr>
              </a:gs>
              <a:gs pos="40000">
                <a:srgbClr val="080808">
                  <a:alpha val="0"/>
                </a:srgbClr>
              </a:gs>
              <a:gs pos="80000">
                <a:srgbClr val="B46414">
                  <a:alpha val="4000"/>
                </a:srgbClr>
              </a:gs>
              <a:gs pos="100000">
                <a:srgbClr val="080808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6077099" y="1122759"/>
            <a:ext cx="2771626" cy="3839766"/>
          </a:xfrm>
          <a:prstGeom prst="rect">
            <a:avLst/>
          </a:prstGeom>
          <a:gradFill rotWithShape="1">
            <a:gsLst>
              <a:gs pos="0">
                <a:srgbClr val="080808">
                  <a:alpha val="20000"/>
                </a:srgbClr>
              </a:gs>
              <a:gs pos="38000">
                <a:srgbClr val="080808">
                  <a:alpha val="8000"/>
                </a:srgbClr>
              </a:gs>
              <a:gs pos="70000">
                <a:srgbClr val="080808">
                  <a:alpha val="60000"/>
                </a:srgbClr>
              </a:gs>
              <a:gs pos="100000">
                <a:srgbClr val="080808">
                  <a:alpha val="95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6077099" y="1122759"/>
            <a:ext cx="2771626" cy="3839766"/>
          </a:xfrm>
          <a:prstGeom prst="rect">
            <a:avLst/>
          </a:prstGeom>
          <a:gradFill rotWithShape="1">
            <a:gsLst>
              <a:gs pos="0">
                <a:srgbClr val="C9A84C">
                  <a:alpha val="6000"/>
                </a:srgbClr>
              </a:gs>
              <a:gs pos="100000">
                <a:srgbClr val="080808">
                  <a:alpha val="50000"/>
                </a:srgbClr>
              </a:gs>
            </a:gsLst>
            <a:lin ang="81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alphaModFix amt="18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0056" y="3712666"/>
            <a:ext cx="321915" cy="642938"/>
          </a:xfrm>
          <a:prstGeom prst="rect">
            <a:avLst/>
          </a:prstGeom>
        </p:spPr>
      </p:pic>
      <p:pic>
        <p:nvPicPr>
          <p:cNvPr id="30" name="Image 3" descr="preencoded.png"/>
          <p:cNvPicPr>
            <a:picLocks noChangeAspect="1"/>
          </p:cNvPicPr>
          <p:nvPr/>
        </p:nvPicPr>
        <p:blipFill>
          <a:blip>
            <a:alphaModFix amt="16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86101" y="3797647"/>
            <a:ext cx="257175" cy="536228"/>
          </a:xfrm>
          <a:prstGeom prst="rect">
            <a:avLst/>
          </a:prstGeom>
        </p:spPr>
      </p:pic>
      <p:pic>
        <p:nvPicPr>
          <p:cNvPr id="31" name="Image 4" descr="preencoded.png"/>
          <p:cNvPicPr>
            <a:picLocks noChangeAspect="1"/>
          </p:cNvPicPr>
          <p:nvPr/>
        </p:nvPicPr>
        <p:blipFill>
          <a:blip>
            <a:alphaModFix amt="16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00426" y="3797647"/>
            <a:ext cx="257175" cy="53622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077099" y="2850654"/>
            <a:ext cx="2771626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5000">
                <a:srgbClr val="C9A84C">
                  <a:alpha val="20000"/>
                </a:srgbClr>
              </a:gs>
              <a:gs pos="50000">
                <a:srgbClr val="FFB43C">
                  <a:alpha val="30000"/>
                </a:srgbClr>
              </a:gs>
              <a:gs pos="75000">
                <a:srgbClr val="C9A84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>
            <a:alphaModFix amt="10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77099" y="4010025"/>
            <a:ext cx="2771626" cy="3810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285750" y="1113234"/>
            <a:ext cx="2790527" cy="3858816"/>
          </a:xfrm>
          <a:prstGeom prst="rect">
            <a:avLst/>
          </a:prstGeom>
          <a:gradFill rotWithShape="1">
            <a:gsLst>
              <a:gs pos="0">
                <a:srgbClr val="0A0A12"/>
              </a:gs>
              <a:gs pos="40000">
                <a:srgbClr val="0F0F0F"/>
              </a:gs>
              <a:gs pos="100000">
                <a:srgbClr val="080808"/>
              </a:gs>
            </a:gsLst>
            <a:lin ang="4200000" scaled="1"/>
          </a:gradFill>
          <a:ln w="9525">
            <a:solidFill>
              <a:srgbClr val="C9A84C">
                <a:alpha val="4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7"/>
          <p:cNvSpPr/>
          <p:nvPr/>
        </p:nvSpPr>
        <p:spPr>
          <a:xfrm>
            <a:off x="3176588" y="1113234"/>
            <a:ext cx="2790676" cy="3858816"/>
          </a:xfrm>
          <a:prstGeom prst="rect">
            <a:avLst/>
          </a:prstGeom>
          <a:gradFill rotWithShape="1">
            <a:gsLst>
              <a:gs pos="0">
                <a:srgbClr val="0A0A0A"/>
              </a:gs>
              <a:gs pos="50000">
                <a:srgbClr val="111111"/>
              </a:gs>
              <a:gs pos="100000">
                <a:srgbClr val="080808"/>
              </a:gs>
            </a:gsLst>
            <a:lin ang="4200000" scaled="1"/>
          </a:gradFill>
          <a:ln w="9525">
            <a:solidFill>
              <a:srgbClr val="C9A84C">
                <a:alpha val="4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28"/>
          <p:cNvSpPr/>
          <p:nvPr/>
        </p:nvSpPr>
        <p:spPr>
          <a:xfrm>
            <a:off x="6067574" y="1113234"/>
            <a:ext cx="2790676" cy="3858816"/>
          </a:xfrm>
          <a:prstGeom prst="rect">
            <a:avLst/>
          </a:prstGeom>
          <a:gradFill rotWithShape="1">
            <a:gsLst>
              <a:gs pos="0">
                <a:srgbClr val="0C0A08"/>
              </a:gs>
              <a:gs pos="40000">
                <a:srgbClr val="0F0E08"/>
              </a:gs>
              <a:gs pos="100000">
                <a:srgbClr val="080808"/>
              </a:gs>
            </a:gsLst>
            <a:lin ang="4200000" scaled="1"/>
          </a:gradFill>
          <a:ln w="9525">
            <a:solidFill>
              <a:srgbClr val="C9A84C">
                <a:alpha val="4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29"/>
          <p:cNvSpPr/>
          <p:nvPr/>
        </p:nvSpPr>
        <p:spPr>
          <a:xfrm>
            <a:off x="295275" y="1122759"/>
            <a:ext cx="2771477" cy="21580"/>
          </a:xfrm>
          <a:prstGeom prst="rect">
            <a:avLst/>
          </a:prstGeom>
          <a:solidFill>
            <a:srgbClr val="C9A84C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0"/>
          <p:cNvSpPr/>
          <p:nvPr/>
        </p:nvSpPr>
        <p:spPr>
          <a:xfrm>
            <a:off x="295275" y="4940945"/>
            <a:ext cx="2771477" cy="21580"/>
          </a:xfrm>
          <a:prstGeom prst="rect">
            <a:avLst/>
          </a:prstGeom>
          <a:solidFill>
            <a:srgbClr val="C9A84C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1"/>
          <p:cNvSpPr/>
          <p:nvPr/>
        </p:nvSpPr>
        <p:spPr>
          <a:xfrm>
            <a:off x="3186113" y="1122759"/>
            <a:ext cx="2771626" cy="21580"/>
          </a:xfrm>
          <a:prstGeom prst="rect">
            <a:avLst/>
          </a:prstGeom>
          <a:solidFill>
            <a:srgbClr val="C9A84C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2"/>
          <p:cNvSpPr/>
          <p:nvPr/>
        </p:nvSpPr>
        <p:spPr>
          <a:xfrm>
            <a:off x="3186113" y="4940945"/>
            <a:ext cx="2771626" cy="21580"/>
          </a:xfrm>
          <a:prstGeom prst="rect">
            <a:avLst/>
          </a:prstGeom>
          <a:solidFill>
            <a:srgbClr val="C9A84C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3"/>
          <p:cNvSpPr/>
          <p:nvPr/>
        </p:nvSpPr>
        <p:spPr>
          <a:xfrm>
            <a:off x="6077099" y="1122759"/>
            <a:ext cx="2771626" cy="21580"/>
          </a:xfrm>
          <a:prstGeom prst="rect">
            <a:avLst/>
          </a:prstGeom>
          <a:solidFill>
            <a:srgbClr val="C9A84C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4"/>
          <p:cNvSpPr/>
          <p:nvPr/>
        </p:nvSpPr>
        <p:spPr>
          <a:xfrm>
            <a:off x="6077099" y="4940945"/>
            <a:ext cx="2771626" cy="21580"/>
          </a:xfrm>
          <a:prstGeom prst="rect">
            <a:avLst/>
          </a:prstGeom>
          <a:solidFill>
            <a:srgbClr val="C9A84C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5"/>
          <p:cNvSpPr/>
          <p:nvPr/>
        </p:nvSpPr>
        <p:spPr>
          <a:xfrm>
            <a:off x="3268414" y="200620"/>
            <a:ext cx="286772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279" dirty="0">
                <a:solidFill>
                  <a:srgbClr val="8B7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SELF MADE LEGENDS · 2026 CATALOG</a:t>
            </a:r>
            <a:endParaRPr lang="en-US" sz="620" dirty="0"/>
          </a:p>
        </p:txBody>
      </p:sp>
      <p:sp>
        <p:nvSpPr>
          <p:cNvPr id="44" name="Text 36"/>
          <p:cNvSpPr/>
          <p:nvPr/>
        </p:nvSpPr>
        <p:spPr>
          <a:xfrm>
            <a:off x="3003947" y="361801"/>
            <a:ext cx="329275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30"/>
              </a:lnSpc>
              <a:buNone/>
            </a:pPr>
            <a:r>
              <a:rPr lang="en-US" sz="2930" kern="0" spc="1025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LIFESTYLE</a:t>
            </a:r>
            <a:endParaRPr lang="en-US" sz="2930" dirty="0"/>
          </a:p>
        </p:txBody>
      </p:sp>
      <p:sp>
        <p:nvSpPr>
          <p:cNvPr id="45" name="Text 37"/>
          <p:cNvSpPr/>
          <p:nvPr/>
        </p:nvSpPr>
        <p:spPr>
          <a:xfrm>
            <a:off x="3429000" y="804863"/>
            <a:ext cx="2286000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C9A84C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8"/>
          <p:cNvSpPr/>
          <p:nvPr/>
        </p:nvSpPr>
        <p:spPr>
          <a:xfrm>
            <a:off x="3279130" y="855613"/>
            <a:ext cx="2844314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kern="0" spc="190" dirty="0">
                <a:solidFill>
                  <a:srgbClr val="8B7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WORN BY LEGENDS. SEEN EVERYWHERE.</a:t>
            </a:r>
            <a:endParaRPr lang="en-US" sz="680" dirty="0"/>
          </a:p>
        </p:txBody>
      </p:sp>
      <p:sp>
        <p:nvSpPr>
          <p:cNvPr id="47" name="Text 39"/>
          <p:cNvSpPr/>
          <p:nvPr/>
        </p:nvSpPr>
        <p:spPr>
          <a:xfrm>
            <a:off x="423416" y="4360069"/>
            <a:ext cx="1090479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196" dirty="0">
                <a:solidFill>
                  <a:srgbClr val="8B7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URBAN NIGHT — I</a:t>
            </a:r>
            <a:endParaRPr lang="en-US" sz="560" dirty="0"/>
          </a:p>
        </p:txBody>
      </p:sp>
      <p:sp>
        <p:nvSpPr>
          <p:cNvPr id="48" name="Text 40"/>
          <p:cNvSpPr/>
          <p:nvPr/>
        </p:nvSpPr>
        <p:spPr>
          <a:xfrm>
            <a:off x="423416" y="4502200"/>
            <a:ext cx="257770" cy="10120"/>
          </a:xfrm>
          <a:prstGeom prst="rect">
            <a:avLst/>
          </a:prstGeom>
          <a:solidFill>
            <a:srgbClr val="C9A84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1"/>
          <p:cNvSpPr/>
          <p:nvPr/>
        </p:nvSpPr>
        <p:spPr>
          <a:xfrm>
            <a:off x="423416" y="4561582"/>
            <a:ext cx="2013317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1"/>
              </a:lnSpc>
              <a:buNone/>
            </a:pPr>
            <a:r>
              <a:rPr lang="en-US" sz="1010" kern="0" spc="253" dirty="0">
                <a:solidFill>
                  <a:srgbClr val="F5EDD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STREETS KNOW</a:t>
            </a:r>
            <a:endParaRPr lang="en-US" sz="1010" dirty="0"/>
          </a:p>
        </p:txBody>
      </p:sp>
      <p:sp>
        <p:nvSpPr>
          <p:cNvPr id="50" name="Text 42"/>
          <p:cNvSpPr/>
          <p:nvPr/>
        </p:nvSpPr>
        <p:spPr>
          <a:xfrm>
            <a:off x="423416" y="4738092"/>
            <a:ext cx="2596455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68"/>
              </a:lnSpc>
              <a:buNone/>
            </a:pPr>
            <a:r>
              <a:rPr lang="en-US" sz="620" kern="0" spc="74" dirty="0">
                <a:solidFill>
                  <a:srgbClr val="F5EDD6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ALL-BLACK TRACKSUIT · GOLD CHAIN · NEON CITY</a:t>
            </a:r>
            <a:endParaRPr lang="en-US" sz="620" dirty="0"/>
          </a:p>
        </p:txBody>
      </p:sp>
      <p:sp>
        <p:nvSpPr>
          <p:cNvPr id="51" name="Text 43"/>
          <p:cNvSpPr/>
          <p:nvPr/>
        </p:nvSpPr>
        <p:spPr>
          <a:xfrm>
            <a:off x="3314254" y="4360069"/>
            <a:ext cx="124207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196" dirty="0">
                <a:solidFill>
                  <a:srgbClr val="8B7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STUDIO POWER — II</a:t>
            </a:r>
            <a:endParaRPr lang="en-US" sz="560" dirty="0"/>
          </a:p>
        </p:txBody>
      </p:sp>
      <p:sp>
        <p:nvSpPr>
          <p:cNvPr id="52" name="Text 44"/>
          <p:cNvSpPr/>
          <p:nvPr/>
        </p:nvSpPr>
        <p:spPr>
          <a:xfrm>
            <a:off x="3314254" y="4502200"/>
            <a:ext cx="257770" cy="10120"/>
          </a:xfrm>
          <a:prstGeom prst="rect">
            <a:avLst/>
          </a:prstGeom>
          <a:solidFill>
            <a:srgbClr val="C9A84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5"/>
          <p:cNvSpPr/>
          <p:nvPr/>
        </p:nvSpPr>
        <p:spPr>
          <a:xfrm>
            <a:off x="3314254" y="4561582"/>
            <a:ext cx="1745650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1"/>
              </a:lnSpc>
              <a:buNone/>
            </a:pPr>
            <a:r>
              <a:rPr lang="en-US" sz="1010" kern="0" spc="253" dirty="0">
                <a:solidFill>
                  <a:srgbClr val="F5EDD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BUILT DIFFERENT</a:t>
            </a:r>
            <a:endParaRPr lang="en-US" sz="1010" dirty="0"/>
          </a:p>
        </p:txBody>
      </p:sp>
      <p:sp>
        <p:nvSpPr>
          <p:cNvPr id="54" name="Text 46"/>
          <p:cNvSpPr/>
          <p:nvPr/>
        </p:nvSpPr>
        <p:spPr>
          <a:xfrm>
            <a:off x="3314254" y="4738092"/>
            <a:ext cx="2721858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68"/>
              </a:lnSpc>
              <a:buNone/>
            </a:pPr>
            <a:r>
              <a:rPr lang="en-US" sz="620" kern="0" spc="74" dirty="0">
                <a:solidFill>
                  <a:srgbClr val="F5EDD6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SETS · TRAINING GYM · OVERHEAD LIGHT</a:t>
            </a:r>
            <a:endParaRPr lang="en-US" sz="620" dirty="0"/>
          </a:p>
        </p:txBody>
      </p:sp>
      <p:sp>
        <p:nvSpPr>
          <p:cNvPr id="55" name="Text 47"/>
          <p:cNvSpPr/>
          <p:nvPr/>
        </p:nvSpPr>
        <p:spPr>
          <a:xfrm>
            <a:off x="6205240" y="4360069"/>
            <a:ext cx="142723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196" dirty="0">
                <a:solidFill>
                  <a:srgbClr val="8B7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LUXURY RETREAT — III</a:t>
            </a:r>
            <a:endParaRPr lang="en-US" sz="560" dirty="0"/>
          </a:p>
        </p:txBody>
      </p:sp>
      <p:sp>
        <p:nvSpPr>
          <p:cNvPr id="56" name="Text 48"/>
          <p:cNvSpPr/>
          <p:nvPr/>
        </p:nvSpPr>
        <p:spPr>
          <a:xfrm>
            <a:off x="6205240" y="4502200"/>
            <a:ext cx="257770" cy="10120"/>
          </a:xfrm>
          <a:prstGeom prst="rect">
            <a:avLst/>
          </a:prstGeom>
          <a:solidFill>
            <a:srgbClr val="C9A84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49"/>
          <p:cNvSpPr/>
          <p:nvPr/>
        </p:nvSpPr>
        <p:spPr>
          <a:xfrm>
            <a:off x="6205240" y="4561582"/>
            <a:ext cx="1963876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1"/>
              </a:lnSpc>
              <a:buNone/>
            </a:pPr>
            <a:r>
              <a:rPr lang="en-US" sz="1010" kern="0" spc="253" dirty="0">
                <a:solidFill>
                  <a:srgbClr val="F5EDD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EARNED NOT GIVEN</a:t>
            </a:r>
            <a:endParaRPr lang="en-US" sz="1010" dirty="0"/>
          </a:p>
        </p:txBody>
      </p:sp>
      <p:sp>
        <p:nvSpPr>
          <p:cNvPr id="58" name="Text 50"/>
          <p:cNvSpPr/>
          <p:nvPr/>
        </p:nvSpPr>
        <p:spPr>
          <a:xfrm>
            <a:off x="6205240" y="4738092"/>
            <a:ext cx="2765896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68"/>
              </a:lnSpc>
              <a:buNone/>
            </a:pPr>
            <a:r>
              <a:rPr lang="en-US" sz="620" kern="0" spc="74" dirty="0">
                <a:solidFill>
                  <a:srgbClr val="F5EDD6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 HOODIE · GOLD WATCH · SUNSET BACKDROP</a:t>
            </a:r>
            <a:endParaRPr lang="en-US" sz="620" dirty="0"/>
          </a:p>
        </p:txBody>
      </p:sp>
      <p:sp>
        <p:nvSpPr>
          <p:cNvPr id="59" name="Text 51"/>
          <p:cNvSpPr/>
          <p:nvPr/>
        </p:nvSpPr>
        <p:spPr>
          <a:xfrm>
            <a:off x="400050" y="772120"/>
            <a:ext cx="8343900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C9A84C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2"/>
          <p:cNvSpPr/>
          <p:nvPr/>
        </p:nvSpPr>
        <p:spPr>
          <a:xfrm>
            <a:off x="381595" y="1193750"/>
            <a:ext cx="171450" cy="188595"/>
          </a:xfrm>
          <a:prstGeom prst="rect">
            <a:avLst/>
          </a:prstGeom>
          <a:noFill/>
          <a:ln w="9525">
            <a:solidFill>
              <a:srgbClr val="C9A84C">
                <a:alpha val="4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kern="0" spc="28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560" dirty="0"/>
          </a:p>
        </p:txBody>
      </p:sp>
      <p:sp>
        <p:nvSpPr>
          <p:cNvPr id="61" name="Text 53"/>
          <p:cNvSpPr/>
          <p:nvPr/>
        </p:nvSpPr>
        <p:spPr>
          <a:xfrm>
            <a:off x="2788890" y="1193750"/>
            <a:ext cx="210696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kern="0" spc="153" dirty="0">
                <a:solidFill>
                  <a:srgbClr val="C9A84C">
                    <a:alpha val="35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SML</a:t>
            </a:r>
            <a:endParaRPr lang="en-US" sz="510" dirty="0"/>
          </a:p>
        </p:txBody>
      </p:sp>
      <p:pic>
        <p:nvPicPr>
          <p:cNvPr id="62" name="Image 6" descr="preencoded.png"/>
          <p:cNvPicPr>
            <a:picLocks noChangeAspect="1"/>
          </p:cNvPicPr>
          <p:nvPr/>
        </p:nvPicPr>
        <p:blipFill>
          <a:blip>
            <a:alphaModFix amt="35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71995" y="1175974"/>
            <a:ext cx="132588" cy="132588"/>
          </a:xfrm>
          <a:prstGeom prst="rect">
            <a:avLst/>
          </a:prstGeom>
        </p:spPr>
      </p:pic>
      <p:sp>
        <p:nvSpPr>
          <p:cNvPr id="63" name="Text 54"/>
          <p:cNvSpPr/>
          <p:nvPr/>
        </p:nvSpPr>
        <p:spPr>
          <a:xfrm>
            <a:off x="3272433" y="1193750"/>
            <a:ext cx="171450" cy="188595"/>
          </a:xfrm>
          <a:prstGeom prst="rect">
            <a:avLst/>
          </a:prstGeom>
          <a:noFill/>
          <a:ln w="9525">
            <a:solidFill>
              <a:srgbClr val="C9A84C">
                <a:alpha val="4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kern="0" spc="28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560" dirty="0"/>
          </a:p>
        </p:txBody>
      </p:sp>
      <p:sp>
        <p:nvSpPr>
          <p:cNvPr id="64" name="Text 55"/>
          <p:cNvSpPr/>
          <p:nvPr/>
        </p:nvSpPr>
        <p:spPr>
          <a:xfrm>
            <a:off x="5679877" y="1193750"/>
            <a:ext cx="210696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kern="0" spc="153" dirty="0">
                <a:solidFill>
                  <a:srgbClr val="C9A84C">
                    <a:alpha val="35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SML</a:t>
            </a:r>
            <a:endParaRPr lang="en-US" sz="510" dirty="0"/>
          </a:p>
        </p:txBody>
      </p:sp>
      <p:pic>
        <p:nvPicPr>
          <p:cNvPr id="65" name="Image 7" descr="preencoded.png"/>
          <p:cNvPicPr>
            <a:picLocks noChangeAspect="1"/>
          </p:cNvPicPr>
          <p:nvPr/>
        </p:nvPicPr>
        <p:blipFill>
          <a:blip>
            <a:alphaModFix amt="35000"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62981" y="1175974"/>
            <a:ext cx="132588" cy="132588"/>
          </a:xfrm>
          <a:prstGeom prst="rect">
            <a:avLst/>
          </a:prstGeom>
        </p:spPr>
      </p:pic>
      <p:sp>
        <p:nvSpPr>
          <p:cNvPr id="66" name="Text 56"/>
          <p:cNvSpPr/>
          <p:nvPr/>
        </p:nvSpPr>
        <p:spPr>
          <a:xfrm>
            <a:off x="6163419" y="1193750"/>
            <a:ext cx="171450" cy="188595"/>
          </a:xfrm>
          <a:prstGeom prst="rect">
            <a:avLst/>
          </a:prstGeom>
          <a:noFill/>
          <a:ln w="9525">
            <a:solidFill>
              <a:srgbClr val="C9A84C">
                <a:alpha val="4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kern="0" spc="28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560" dirty="0"/>
          </a:p>
        </p:txBody>
      </p:sp>
      <p:sp>
        <p:nvSpPr>
          <p:cNvPr id="67" name="Text 57"/>
          <p:cNvSpPr/>
          <p:nvPr/>
        </p:nvSpPr>
        <p:spPr>
          <a:xfrm>
            <a:off x="8570863" y="1193750"/>
            <a:ext cx="210696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kern="0" spc="153" dirty="0">
                <a:solidFill>
                  <a:srgbClr val="C9A84C">
                    <a:alpha val="35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SML</a:t>
            </a:r>
            <a:endParaRPr lang="en-US" sz="510" dirty="0"/>
          </a:p>
        </p:txBody>
      </p:sp>
      <p:pic>
        <p:nvPicPr>
          <p:cNvPr id="68" name="Image 8" descr="preencoded.png"/>
          <p:cNvPicPr>
            <a:picLocks noChangeAspect="1"/>
          </p:cNvPicPr>
          <p:nvPr/>
        </p:nvPicPr>
        <p:blipFill>
          <a:blip>
            <a:alphaModFix amt="35000"/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453967" y="1175974"/>
            <a:ext cx="132588" cy="132588"/>
          </a:xfrm>
          <a:prstGeom prst="rect">
            <a:avLst/>
          </a:prstGeom>
        </p:spPr>
      </p:pic>
      <p:sp>
        <p:nvSpPr>
          <p:cNvPr id="69" name="Text 58"/>
          <p:cNvSpPr/>
          <p:nvPr/>
        </p:nvSpPr>
        <p:spPr>
          <a:xfrm>
            <a:off x="0" y="4989314"/>
            <a:ext cx="10058400" cy="154186"/>
          </a:xfrm>
          <a:prstGeom prst="rect">
            <a:avLst/>
          </a:prstGeom>
          <a:noFill/>
          <a:ln/>
        </p:spPr>
        <p:txBody>
          <a:bodyPr wrap="none" lIns="0" tIns="0" rIns="0" bIns="5715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510" kern="0" spc="204" dirty="0">
                <a:solidFill>
                  <a:srgbClr val="8B7A4A">
                    <a:alpha val="4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SELF MADE LEGENDS · LIFESTYLE · 2026</a:t>
            </a:r>
            <a:endParaRPr lang="en-US" sz="1200" dirty="0"/>
          </a:p>
        </p:txBody>
      </p:sp>
      <p:sp>
        <p:nvSpPr>
          <p:cNvPr id="70" name="Text 59"/>
          <p:cNvSpPr/>
          <p:nvPr/>
        </p:nvSpPr>
        <p:spPr>
          <a:xfrm>
            <a:off x="0" y="0"/>
            <a:ext cx="2158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C9A84C">
                  <a:alpha val="25000"/>
                </a:srgbClr>
              </a:gs>
              <a:gs pos="70000">
                <a:srgbClr val="C9A84C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0"/>
          <p:cNvSpPr/>
          <p:nvPr/>
        </p:nvSpPr>
        <p:spPr>
          <a:xfrm>
            <a:off x="9122420" y="0"/>
            <a:ext cx="2158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C9A84C">
                  <a:alpha val="25000"/>
                </a:srgbClr>
              </a:gs>
              <a:gs pos="70000">
                <a:srgbClr val="C9A84C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C9A84C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C9A84C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35421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C9A84C"/>
              </a:gs>
              <a:gs pos="80000">
                <a:srgbClr val="C9A84C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077373" y="271760"/>
            <a:ext cx="177928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5400" b="1" kern="0" spc="648" dirty="0">
                <a:solidFill>
                  <a:srgbClr val="C9A84C">
                    <a:alpha val="4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SML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29220" y="271760"/>
            <a:ext cx="911411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198" dirty="0">
                <a:solidFill>
                  <a:srgbClr val="8B7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SELF MADE LEGENDS · 2026 CATALOG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429220" y="432941"/>
            <a:ext cx="8865549" cy="242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10"/>
              </a:lnSpc>
              <a:buNone/>
            </a:pPr>
            <a:r>
              <a:rPr lang="en-US" sz="1910" kern="0" spc="344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TECHNICAL SPECS</a:t>
            </a:r>
            <a:endParaRPr lang="en-US" sz="1910" dirty="0"/>
          </a:p>
        </p:txBody>
      </p:sp>
      <p:sp>
        <p:nvSpPr>
          <p:cNvPr id="8" name="Text 6"/>
          <p:cNvSpPr/>
          <p:nvPr/>
        </p:nvSpPr>
        <p:spPr>
          <a:xfrm>
            <a:off x="429220" y="732681"/>
            <a:ext cx="2000250" cy="7590"/>
          </a:xfrm>
          <a:prstGeom prst="rect">
            <a:avLst/>
          </a:prstGeom>
          <a:gradFill rotWithShape="1">
            <a:gsLst>
              <a:gs pos="0">
                <a:srgbClr val="C9A84C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29220" y="775692"/>
            <a:ext cx="911411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kern="0" spc="150" dirty="0">
                <a:solidFill>
                  <a:srgbClr val="8B7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QUALITY IS NOT AN OPTION — IT IS THE STANDARD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429220" y="1057870"/>
            <a:ext cx="1393924" cy="3713559"/>
          </a:xfrm>
          <a:prstGeom prst="rect">
            <a:avLst/>
          </a:prstGeom>
          <a:solidFill>
            <a:srgbClr val="161616"/>
          </a:solidFill>
          <a:ln w="9525">
            <a:solidFill>
              <a:srgbClr val="C9A84C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66886" y="1224855"/>
            <a:ext cx="200620" cy="220682"/>
          </a:xfrm>
          <a:prstGeom prst="ellipse">
            <a:avLst/>
          </a:prstGeom>
          <a:solidFill>
            <a:srgbClr val="C9A84C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kern="0" spc="87" dirty="0">
                <a:solidFill>
                  <a:srgbClr val="0E0E0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62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alphaModFix amt="8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2439" y="1258797"/>
            <a:ext cx="132588" cy="13258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66886" y="1525786"/>
            <a:ext cx="1230451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700" b="1" kern="0" spc="126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FABRIC SOURCING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566886" y="1703338"/>
            <a:ext cx="1118592" cy="7590"/>
          </a:xfrm>
          <a:prstGeom prst="rect">
            <a:avLst/>
          </a:prstGeom>
          <a:solidFill>
            <a:srgbClr val="C9A84C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53246" y="1781919"/>
            <a:ext cx="1052877" cy="23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65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ring-spun combed cotton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653246" y="2040285"/>
            <a:ext cx="1052877" cy="23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65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450gsm French terry for fleece items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653246" y="2298650"/>
            <a:ext cx="1052877" cy="23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65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4-way stretch nylon/poly blend for performance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653246" y="2557016"/>
            <a:ext cx="1052877" cy="23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65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fabrics OEKO-TEX certified</a:t>
            </a:r>
            <a:endParaRPr lang="en-US" sz="65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2962" y="2910492"/>
            <a:ext cx="132588" cy="13258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67048" y="2908102"/>
            <a:ext cx="966490" cy="151105"/>
          </a:xfrm>
          <a:prstGeom prst="rect">
            <a:avLst/>
          </a:prstGeom>
          <a:noFill/>
          <a:ln w="9525">
            <a:solidFill>
              <a:srgbClr val="C9A84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OEKO-TEX CERTIFIED</a:t>
            </a:r>
            <a:endParaRPr lang="en-US" sz="51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alphaModFix amt="45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21231" y="2848282"/>
            <a:ext cx="132588" cy="1325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152055" y="1057870"/>
            <a:ext cx="1394073" cy="3713559"/>
          </a:xfrm>
          <a:prstGeom prst="rect">
            <a:avLst/>
          </a:prstGeom>
          <a:solidFill>
            <a:srgbClr val="161616"/>
          </a:solidFill>
          <a:ln w="9525">
            <a:solidFill>
              <a:srgbClr val="C9A84C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2289721" y="1224855"/>
            <a:ext cx="200620" cy="220682"/>
          </a:xfrm>
          <a:prstGeom prst="ellipse">
            <a:avLst/>
          </a:prstGeom>
          <a:solidFill>
            <a:srgbClr val="C9A84C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kern="0" spc="87" dirty="0">
                <a:solidFill>
                  <a:srgbClr val="0E0E0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62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>
            <a:alphaModFix amt="85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95274" y="1258797"/>
            <a:ext cx="132588" cy="13258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289721" y="1525786"/>
            <a:ext cx="1230615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700" b="1" kern="0" spc="126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CUT &amp; PATTERN</a:t>
            </a:r>
            <a:endParaRPr lang="en-US" sz="700" dirty="0"/>
          </a:p>
        </p:txBody>
      </p:sp>
      <p:sp>
        <p:nvSpPr>
          <p:cNvPr id="26" name="Text 20"/>
          <p:cNvSpPr/>
          <p:nvPr/>
        </p:nvSpPr>
        <p:spPr>
          <a:xfrm>
            <a:off x="2289721" y="1703338"/>
            <a:ext cx="1118741" cy="7590"/>
          </a:xfrm>
          <a:prstGeom prst="rect">
            <a:avLst/>
          </a:prstGeom>
          <a:solidFill>
            <a:srgbClr val="C9A84C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1"/>
          <p:cNvSpPr/>
          <p:nvPr/>
        </p:nvSpPr>
        <p:spPr>
          <a:xfrm>
            <a:off x="2376081" y="1781919"/>
            <a:ext cx="1135619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65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patterns graded in-house</a:t>
            </a:r>
            <a:endParaRPr lang="en-US" sz="650" dirty="0"/>
          </a:p>
        </p:txBody>
      </p:sp>
      <p:sp>
        <p:nvSpPr>
          <p:cNvPr id="28" name="Text 22"/>
          <p:cNvSpPr/>
          <p:nvPr/>
        </p:nvSpPr>
        <p:spPr>
          <a:xfrm>
            <a:off x="2376081" y="1928813"/>
            <a:ext cx="1053029" cy="23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65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laser cutting for consistency</a:t>
            </a:r>
            <a:endParaRPr lang="en-US" sz="650" dirty="0"/>
          </a:p>
        </p:txBody>
      </p:sp>
      <p:sp>
        <p:nvSpPr>
          <p:cNvPr id="29" name="Text 23"/>
          <p:cNvSpPr/>
          <p:nvPr/>
        </p:nvSpPr>
        <p:spPr>
          <a:xfrm>
            <a:off x="2376081" y="2187178"/>
            <a:ext cx="1053029" cy="23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65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Stress-point reinforcement at all seams</a:t>
            </a:r>
            <a:endParaRPr lang="en-US" sz="650" dirty="0"/>
          </a:p>
        </p:txBody>
      </p:sp>
      <p:sp>
        <p:nvSpPr>
          <p:cNvPr id="30" name="Text 24"/>
          <p:cNvSpPr/>
          <p:nvPr/>
        </p:nvSpPr>
        <p:spPr>
          <a:xfrm>
            <a:off x="2376081" y="2445544"/>
            <a:ext cx="1053029" cy="23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65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graded XS through 4XL</a:t>
            </a:r>
            <a:endParaRPr lang="en-US" sz="65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>
            <a:alphaModFix amt="45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44214" y="2848282"/>
            <a:ext cx="132588" cy="13258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875038" y="1057870"/>
            <a:ext cx="1393924" cy="3713559"/>
          </a:xfrm>
          <a:prstGeom prst="rect">
            <a:avLst/>
          </a:prstGeom>
          <a:solidFill>
            <a:srgbClr val="161616"/>
          </a:solidFill>
          <a:ln w="9525">
            <a:solidFill>
              <a:srgbClr val="C9A84C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6"/>
          <p:cNvSpPr/>
          <p:nvPr/>
        </p:nvSpPr>
        <p:spPr>
          <a:xfrm>
            <a:off x="4012704" y="1224855"/>
            <a:ext cx="200620" cy="220682"/>
          </a:xfrm>
          <a:prstGeom prst="ellipse">
            <a:avLst/>
          </a:prstGeom>
          <a:solidFill>
            <a:srgbClr val="C9A84C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kern="0" spc="87" dirty="0">
                <a:solidFill>
                  <a:srgbClr val="0E0E0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62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>
            <a:alphaModFix amt="85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18257" y="1258797"/>
            <a:ext cx="132588" cy="13258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4012704" y="1525786"/>
            <a:ext cx="1230451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700" b="1" kern="0" spc="126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CONSTRUCTION</a:t>
            </a:r>
            <a:endParaRPr lang="en-US" sz="700" dirty="0"/>
          </a:p>
        </p:txBody>
      </p:sp>
      <p:sp>
        <p:nvSpPr>
          <p:cNvPr id="36" name="Text 28"/>
          <p:cNvSpPr/>
          <p:nvPr/>
        </p:nvSpPr>
        <p:spPr>
          <a:xfrm>
            <a:off x="4012704" y="1703338"/>
            <a:ext cx="1118592" cy="7590"/>
          </a:xfrm>
          <a:prstGeom prst="rect">
            <a:avLst/>
          </a:prstGeom>
          <a:solidFill>
            <a:srgbClr val="C9A84C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29"/>
          <p:cNvSpPr/>
          <p:nvPr/>
        </p:nvSpPr>
        <p:spPr>
          <a:xfrm>
            <a:off x="4099064" y="1781919"/>
            <a:ext cx="1135455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65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Triple-stitched main seams</a:t>
            </a:r>
            <a:endParaRPr lang="en-US" sz="650" dirty="0"/>
          </a:p>
        </p:txBody>
      </p:sp>
      <p:sp>
        <p:nvSpPr>
          <p:cNvPr id="38" name="Text 30"/>
          <p:cNvSpPr/>
          <p:nvPr/>
        </p:nvSpPr>
        <p:spPr>
          <a:xfrm>
            <a:off x="4099064" y="1928813"/>
            <a:ext cx="1052877" cy="23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65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Flatlock joining on all activewear</a:t>
            </a:r>
            <a:endParaRPr lang="en-US" sz="650" dirty="0"/>
          </a:p>
        </p:txBody>
      </p:sp>
      <p:sp>
        <p:nvSpPr>
          <p:cNvPr id="39" name="Text 31"/>
          <p:cNvSpPr/>
          <p:nvPr/>
        </p:nvSpPr>
        <p:spPr>
          <a:xfrm>
            <a:off x="4099064" y="2187178"/>
            <a:ext cx="1135455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65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Bar-tacked pocket entries</a:t>
            </a:r>
            <a:endParaRPr lang="en-US" sz="650" dirty="0"/>
          </a:p>
        </p:txBody>
      </p:sp>
      <p:sp>
        <p:nvSpPr>
          <p:cNvPr id="40" name="Text 32"/>
          <p:cNvSpPr/>
          <p:nvPr/>
        </p:nvSpPr>
        <p:spPr>
          <a:xfrm>
            <a:off x="4099064" y="2334071"/>
            <a:ext cx="1052877" cy="23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65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Heavy-duty chain stitching on waistbands</a:t>
            </a:r>
            <a:endParaRPr lang="en-US" sz="650" dirty="0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>
            <a:alphaModFix amt="45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67049" y="2848282"/>
            <a:ext cx="132588" cy="132588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5597872" y="1057870"/>
            <a:ext cx="1394073" cy="3713559"/>
          </a:xfrm>
          <a:prstGeom prst="rect">
            <a:avLst/>
          </a:prstGeom>
          <a:solidFill>
            <a:srgbClr val="161616"/>
          </a:solidFill>
          <a:ln w="9525">
            <a:solidFill>
              <a:srgbClr val="C9A84C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4"/>
          <p:cNvSpPr/>
          <p:nvPr/>
        </p:nvSpPr>
        <p:spPr>
          <a:xfrm>
            <a:off x="5735538" y="1224855"/>
            <a:ext cx="200620" cy="220682"/>
          </a:xfrm>
          <a:prstGeom prst="ellipse">
            <a:avLst/>
          </a:prstGeom>
          <a:solidFill>
            <a:srgbClr val="C9A84C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kern="0" spc="87" dirty="0">
                <a:solidFill>
                  <a:srgbClr val="0E0E0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620" dirty="0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>
            <a:alphaModFix amt="85000"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41091" y="1258797"/>
            <a:ext cx="132588" cy="132588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5735538" y="1525786"/>
            <a:ext cx="1230615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700" b="1" kern="0" spc="126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FINISHING</a:t>
            </a:r>
            <a:endParaRPr lang="en-US" sz="700" dirty="0"/>
          </a:p>
        </p:txBody>
      </p:sp>
      <p:sp>
        <p:nvSpPr>
          <p:cNvPr id="46" name="Text 36"/>
          <p:cNvSpPr/>
          <p:nvPr/>
        </p:nvSpPr>
        <p:spPr>
          <a:xfrm>
            <a:off x="5735538" y="1703338"/>
            <a:ext cx="1118741" cy="7590"/>
          </a:xfrm>
          <a:prstGeom prst="rect">
            <a:avLst/>
          </a:prstGeom>
          <a:solidFill>
            <a:srgbClr val="C9A84C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37"/>
          <p:cNvSpPr/>
          <p:nvPr/>
        </p:nvSpPr>
        <p:spPr>
          <a:xfrm>
            <a:off x="5821898" y="1781919"/>
            <a:ext cx="1053029" cy="23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65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Hand-finished embroidery detail</a:t>
            </a:r>
            <a:endParaRPr lang="en-US" sz="650" dirty="0"/>
          </a:p>
        </p:txBody>
      </p:sp>
      <p:sp>
        <p:nvSpPr>
          <p:cNvPr id="48" name="Text 38"/>
          <p:cNvSpPr/>
          <p:nvPr/>
        </p:nvSpPr>
        <p:spPr>
          <a:xfrm>
            <a:off x="5821898" y="2040285"/>
            <a:ext cx="1053029" cy="23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65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Heat-transfer at 180°C for 12 seconds</a:t>
            </a:r>
            <a:endParaRPr lang="en-US" sz="650" dirty="0"/>
          </a:p>
        </p:txBody>
      </p:sp>
      <p:sp>
        <p:nvSpPr>
          <p:cNvPr id="49" name="Text 39"/>
          <p:cNvSpPr/>
          <p:nvPr/>
        </p:nvSpPr>
        <p:spPr>
          <a:xfrm>
            <a:off x="5821898" y="2298650"/>
            <a:ext cx="1135619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65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Woven label applied at neck</a:t>
            </a:r>
            <a:endParaRPr lang="en-US" sz="650" dirty="0"/>
          </a:p>
        </p:txBody>
      </p:sp>
      <p:sp>
        <p:nvSpPr>
          <p:cNvPr id="50" name="Text 40"/>
          <p:cNvSpPr/>
          <p:nvPr/>
        </p:nvSpPr>
        <p:spPr>
          <a:xfrm>
            <a:off x="5821898" y="2445544"/>
            <a:ext cx="1135619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65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hardware installed last</a:t>
            </a:r>
            <a:endParaRPr lang="en-US" sz="650" dirty="0"/>
          </a:p>
        </p:txBody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>
            <a:alphaModFix amt="45000"/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090032" y="2848282"/>
            <a:ext cx="132588" cy="132588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7320855" y="1057870"/>
            <a:ext cx="1393924" cy="3713559"/>
          </a:xfrm>
          <a:prstGeom prst="rect">
            <a:avLst/>
          </a:prstGeom>
          <a:gradFill rotWithShape="1">
            <a:gsLst>
              <a:gs pos="0">
                <a:srgbClr val="C9A84C">
                  <a:alpha val="10000"/>
                </a:srgbClr>
              </a:gs>
              <a:gs pos="55000">
                <a:srgbClr val="161616"/>
              </a:gs>
            </a:gsLst>
            <a:lin ang="4200000" scaled="1"/>
          </a:gradFill>
          <a:ln w="9525">
            <a:solidFill>
              <a:srgbClr val="C9A84C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2"/>
          <p:cNvSpPr/>
          <p:nvPr/>
        </p:nvSpPr>
        <p:spPr>
          <a:xfrm>
            <a:off x="7458521" y="1224855"/>
            <a:ext cx="200620" cy="220682"/>
          </a:xfrm>
          <a:prstGeom prst="ellipse">
            <a:avLst/>
          </a:prstGeom>
          <a:solidFill>
            <a:srgbClr val="C9A84C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kern="0" spc="34" dirty="0">
                <a:solidFill>
                  <a:srgbClr val="08080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560" dirty="0"/>
          </a:p>
        </p:txBody>
      </p:sp>
      <p:pic>
        <p:nvPicPr>
          <p:cNvPr id="54" name="Image 9" descr="preencoded.png"/>
          <p:cNvPicPr>
            <a:picLocks noChangeAspect="1"/>
          </p:cNvPicPr>
          <p:nvPr/>
        </p:nvPicPr>
        <p:blipFill>
          <a:blip>
            <a:alphaModFix amt="85000"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64075" y="1258797"/>
            <a:ext cx="132588" cy="132588"/>
          </a:xfrm>
          <a:prstGeom prst="rect">
            <a:avLst/>
          </a:prstGeom>
        </p:spPr>
      </p:pic>
      <p:sp>
        <p:nvSpPr>
          <p:cNvPr id="55" name="Text 43"/>
          <p:cNvSpPr/>
          <p:nvPr/>
        </p:nvSpPr>
        <p:spPr>
          <a:xfrm>
            <a:off x="7458521" y="1525786"/>
            <a:ext cx="1230451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700" b="1" kern="0" spc="126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QC INSPECTION</a:t>
            </a:r>
            <a:endParaRPr lang="en-US" sz="700" dirty="0"/>
          </a:p>
        </p:txBody>
      </p:sp>
      <p:sp>
        <p:nvSpPr>
          <p:cNvPr id="56" name="Text 44"/>
          <p:cNvSpPr/>
          <p:nvPr/>
        </p:nvSpPr>
        <p:spPr>
          <a:xfrm>
            <a:off x="7458521" y="1703338"/>
            <a:ext cx="1118592" cy="7590"/>
          </a:xfrm>
          <a:prstGeom prst="rect">
            <a:avLst/>
          </a:prstGeom>
          <a:solidFill>
            <a:srgbClr val="C9A84C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45"/>
          <p:cNvSpPr/>
          <p:nvPr/>
        </p:nvSpPr>
        <p:spPr>
          <a:xfrm>
            <a:off x="7544882" y="1781919"/>
            <a:ext cx="1052877" cy="23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65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27-point quality inspection per unit</a:t>
            </a:r>
            <a:endParaRPr lang="en-US" sz="650" dirty="0"/>
          </a:p>
        </p:txBody>
      </p:sp>
      <p:sp>
        <p:nvSpPr>
          <p:cNvPr id="58" name="Text 46"/>
          <p:cNvSpPr/>
          <p:nvPr/>
        </p:nvSpPr>
        <p:spPr>
          <a:xfrm>
            <a:off x="7544882" y="2040285"/>
            <a:ext cx="1052877" cy="23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65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Wash-test conducted pre-shipment</a:t>
            </a:r>
            <a:endParaRPr lang="en-US" sz="650" dirty="0"/>
          </a:p>
        </p:txBody>
      </p:sp>
      <p:sp>
        <p:nvSpPr>
          <p:cNvPr id="59" name="Text 47"/>
          <p:cNvSpPr/>
          <p:nvPr/>
        </p:nvSpPr>
        <p:spPr>
          <a:xfrm>
            <a:off x="7544882" y="2298650"/>
            <a:ext cx="1135455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65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Colorfast rating: </a:t>
            </a:r>
            <a:r>
              <a:rPr lang="en-US" sz="6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/ 5</a:t>
            </a:r>
            <a:endParaRPr lang="en-US" sz="650" dirty="0"/>
          </a:p>
        </p:txBody>
      </p:sp>
      <p:sp>
        <p:nvSpPr>
          <p:cNvPr id="60" name="Text 48"/>
          <p:cNvSpPr/>
          <p:nvPr/>
        </p:nvSpPr>
        <p:spPr>
          <a:xfrm>
            <a:off x="7544882" y="2445544"/>
            <a:ext cx="1052877" cy="23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65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Shrinkage under </a:t>
            </a:r>
            <a:r>
              <a:rPr lang="en-US" sz="6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r>
              <a:rPr lang="en-US" sz="65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guaranteed</a:t>
            </a:r>
            <a:endParaRPr lang="en-US" sz="650" dirty="0"/>
          </a:p>
        </p:txBody>
      </p:sp>
      <p:sp>
        <p:nvSpPr>
          <p:cNvPr id="61" name="Text 49"/>
          <p:cNvSpPr/>
          <p:nvPr/>
        </p:nvSpPr>
        <p:spPr>
          <a:xfrm>
            <a:off x="7458521" y="4256782"/>
            <a:ext cx="640464" cy="159246"/>
          </a:xfrm>
          <a:prstGeom prst="rect">
            <a:avLst/>
          </a:prstGeom>
          <a:solidFill>
            <a:srgbClr val="C9A84C">
              <a:alpha val="15000"/>
            </a:srgbClr>
          </a:solidFill>
          <a:ln w="9525">
            <a:solidFill>
              <a:srgbClr val="C9A84C">
                <a:alpha val="40000"/>
              </a:srgbClr>
            </a:solidFill>
          </a:ln>
        </p:spPr>
        <p:txBody>
          <a:bodyPr wrap="none" lIns="49530" tIns="21590" rIns="49530" bIns="21590" rtlCol="0" anchor="t"/>
          <a:lstStyle/>
          <a:p>
            <a:pPr marL="0" indent="0" algn="l">
              <a:buNone/>
            </a:pPr>
            <a:r>
              <a:rPr lang="en-US" sz="510" b="1" kern="0" spc="6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27-PT CHECK</a:t>
            </a:r>
            <a:endParaRPr lang="en-US" sz="510" dirty="0"/>
          </a:p>
        </p:txBody>
      </p:sp>
      <p:sp>
        <p:nvSpPr>
          <p:cNvPr id="62" name="Text 50"/>
          <p:cNvSpPr/>
          <p:nvPr/>
        </p:nvSpPr>
        <p:spPr>
          <a:xfrm>
            <a:off x="7458521" y="4459188"/>
            <a:ext cx="605093" cy="159246"/>
          </a:xfrm>
          <a:prstGeom prst="rect">
            <a:avLst/>
          </a:prstGeom>
          <a:solidFill>
            <a:srgbClr val="C9A84C">
              <a:alpha val="15000"/>
            </a:srgbClr>
          </a:solidFill>
          <a:ln w="9525">
            <a:solidFill>
              <a:srgbClr val="C9A84C">
                <a:alpha val="40000"/>
              </a:srgbClr>
            </a:solidFill>
          </a:ln>
        </p:spPr>
        <p:txBody>
          <a:bodyPr wrap="none" lIns="49530" tIns="21590" rIns="49530" bIns="21590" rtlCol="0" anchor="t"/>
          <a:lstStyle/>
          <a:p>
            <a:pPr marL="0" indent="0" algn="l">
              <a:buNone/>
            </a:pPr>
            <a:r>
              <a:rPr lang="en-US" sz="510" b="1" kern="0" spc="6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&lt;3% SHRINK</a:t>
            </a:r>
            <a:endParaRPr lang="en-US" sz="510" dirty="0"/>
          </a:p>
        </p:txBody>
      </p:sp>
      <p:sp>
        <p:nvSpPr>
          <p:cNvPr id="63" name="Text 51"/>
          <p:cNvSpPr/>
          <p:nvPr/>
        </p:nvSpPr>
        <p:spPr>
          <a:xfrm>
            <a:off x="0" y="4871740"/>
            <a:ext cx="9144000" cy="9525"/>
          </a:xfrm>
          <a:prstGeom prst="rect">
            <a:avLst/>
          </a:prstGeom>
          <a:solidFill>
            <a:srgbClr val="C9A84C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2"/>
          <p:cNvSpPr/>
          <p:nvPr/>
        </p:nvSpPr>
        <p:spPr>
          <a:xfrm>
            <a:off x="429220" y="4958953"/>
            <a:ext cx="269713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157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MADE LEGENDS · TECHNICAL STANDARDS</a:t>
            </a:r>
            <a:endParaRPr lang="en-US" sz="560" dirty="0"/>
          </a:p>
        </p:txBody>
      </p:sp>
      <p:sp>
        <p:nvSpPr>
          <p:cNvPr id="65" name="Text 53"/>
          <p:cNvSpPr/>
          <p:nvPr/>
        </p:nvSpPr>
        <p:spPr>
          <a:xfrm>
            <a:off x="4504134" y="5008513"/>
            <a:ext cx="200620" cy="7590"/>
          </a:xfrm>
          <a:prstGeom prst="rect">
            <a:avLst/>
          </a:prstGeom>
          <a:solidFill>
            <a:srgbClr val="C9A84C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54"/>
          <p:cNvSpPr/>
          <p:nvPr/>
        </p:nvSpPr>
        <p:spPr>
          <a:xfrm>
            <a:off x="4761905" y="4958953"/>
            <a:ext cx="49080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123" dirty="0">
                <a:solidFill>
                  <a:srgbClr val="C9A84C">
                    <a:alpha val="5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SML 2026</a:t>
            </a:r>
            <a:endParaRPr lang="en-US" sz="560" dirty="0"/>
          </a:p>
        </p:txBody>
      </p:sp>
      <p:sp>
        <p:nvSpPr>
          <p:cNvPr id="67" name="Text 55"/>
          <p:cNvSpPr/>
          <p:nvPr/>
        </p:nvSpPr>
        <p:spPr>
          <a:xfrm>
            <a:off x="5265241" y="5008513"/>
            <a:ext cx="200620" cy="7590"/>
          </a:xfrm>
          <a:prstGeom prst="rect">
            <a:avLst/>
          </a:prstGeom>
          <a:solidFill>
            <a:srgbClr val="C9A84C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56"/>
          <p:cNvSpPr/>
          <p:nvPr/>
        </p:nvSpPr>
        <p:spPr>
          <a:xfrm>
            <a:off x="7088684" y="4958953"/>
            <a:ext cx="178870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157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FOR EXCELLENCE</a:t>
            </a:r>
            <a:endParaRPr lang="en-US" sz="560" dirty="0"/>
          </a:p>
        </p:txBody>
      </p:sp>
      <p:sp>
        <p:nvSpPr>
          <p:cNvPr id="69" name="Text 57"/>
          <p:cNvSpPr/>
          <p:nvPr/>
        </p:nvSpPr>
        <p:spPr>
          <a:xfrm>
            <a:off x="438745" y="1067395"/>
            <a:ext cx="1374877" cy="429220"/>
          </a:xfrm>
          <a:prstGeom prst="rect">
            <a:avLst/>
          </a:prstGeom>
          <a:gradFill rotWithShape="1">
            <a:gsLst>
              <a:gs pos="0">
                <a:srgbClr val="C9A84C">
                  <a:alpha val="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58"/>
          <p:cNvSpPr/>
          <p:nvPr/>
        </p:nvSpPr>
        <p:spPr>
          <a:xfrm>
            <a:off x="566886" y="1831449"/>
            <a:ext cx="29170" cy="29170"/>
          </a:xfrm>
          <a:prstGeom prst="ellipse">
            <a:avLst/>
          </a:prstGeom>
          <a:solidFill>
            <a:srgbClr val="C9A84C">
              <a:alpha val="6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59"/>
          <p:cNvSpPr/>
          <p:nvPr/>
        </p:nvSpPr>
        <p:spPr>
          <a:xfrm>
            <a:off x="566886" y="2089815"/>
            <a:ext cx="29170" cy="29170"/>
          </a:xfrm>
          <a:prstGeom prst="ellipse">
            <a:avLst/>
          </a:prstGeom>
          <a:solidFill>
            <a:srgbClr val="C9A84C">
              <a:alpha val="6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60"/>
          <p:cNvSpPr/>
          <p:nvPr/>
        </p:nvSpPr>
        <p:spPr>
          <a:xfrm>
            <a:off x="566886" y="2348180"/>
            <a:ext cx="29170" cy="29170"/>
          </a:xfrm>
          <a:prstGeom prst="ellipse">
            <a:avLst/>
          </a:prstGeom>
          <a:solidFill>
            <a:srgbClr val="C9A84C">
              <a:alpha val="6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61"/>
          <p:cNvSpPr/>
          <p:nvPr/>
        </p:nvSpPr>
        <p:spPr>
          <a:xfrm>
            <a:off x="566886" y="2606546"/>
            <a:ext cx="29170" cy="29170"/>
          </a:xfrm>
          <a:prstGeom prst="ellipse">
            <a:avLst/>
          </a:prstGeom>
          <a:solidFill>
            <a:srgbClr val="C9A84C">
              <a:alpha val="6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62"/>
          <p:cNvSpPr/>
          <p:nvPr/>
        </p:nvSpPr>
        <p:spPr>
          <a:xfrm>
            <a:off x="2161580" y="1067395"/>
            <a:ext cx="1375019" cy="429220"/>
          </a:xfrm>
          <a:prstGeom prst="rect">
            <a:avLst/>
          </a:prstGeom>
          <a:gradFill rotWithShape="1">
            <a:gsLst>
              <a:gs pos="0">
                <a:srgbClr val="C9A84C">
                  <a:alpha val="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63"/>
          <p:cNvSpPr/>
          <p:nvPr/>
        </p:nvSpPr>
        <p:spPr>
          <a:xfrm>
            <a:off x="2289721" y="1831449"/>
            <a:ext cx="29170" cy="29170"/>
          </a:xfrm>
          <a:prstGeom prst="ellipse">
            <a:avLst/>
          </a:prstGeom>
          <a:solidFill>
            <a:srgbClr val="C9A84C">
              <a:alpha val="6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64"/>
          <p:cNvSpPr/>
          <p:nvPr/>
        </p:nvSpPr>
        <p:spPr>
          <a:xfrm>
            <a:off x="2289721" y="1978343"/>
            <a:ext cx="29170" cy="29170"/>
          </a:xfrm>
          <a:prstGeom prst="ellipse">
            <a:avLst/>
          </a:prstGeom>
          <a:solidFill>
            <a:srgbClr val="C9A84C">
              <a:alpha val="6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7" name="Text 65"/>
          <p:cNvSpPr/>
          <p:nvPr/>
        </p:nvSpPr>
        <p:spPr>
          <a:xfrm>
            <a:off x="2289721" y="2236708"/>
            <a:ext cx="29170" cy="29170"/>
          </a:xfrm>
          <a:prstGeom prst="ellipse">
            <a:avLst/>
          </a:prstGeom>
          <a:solidFill>
            <a:srgbClr val="C9A84C">
              <a:alpha val="6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66"/>
          <p:cNvSpPr/>
          <p:nvPr/>
        </p:nvSpPr>
        <p:spPr>
          <a:xfrm>
            <a:off x="2289721" y="2495074"/>
            <a:ext cx="29170" cy="29170"/>
          </a:xfrm>
          <a:prstGeom prst="ellipse">
            <a:avLst/>
          </a:prstGeom>
          <a:solidFill>
            <a:srgbClr val="C9A84C">
              <a:alpha val="6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9" name="Text 67"/>
          <p:cNvSpPr/>
          <p:nvPr/>
        </p:nvSpPr>
        <p:spPr>
          <a:xfrm>
            <a:off x="3884563" y="1067395"/>
            <a:ext cx="1374877" cy="429220"/>
          </a:xfrm>
          <a:prstGeom prst="rect">
            <a:avLst/>
          </a:prstGeom>
          <a:gradFill rotWithShape="1">
            <a:gsLst>
              <a:gs pos="0">
                <a:srgbClr val="C9A84C">
                  <a:alpha val="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0" name="Text 68"/>
          <p:cNvSpPr/>
          <p:nvPr/>
        </p:nvSpPr>
        <p:spPr>
          <a:xfrm>
            <a:off x="4012704" y="1831449"/>
            <a:ext cx="29170" cy="29170"/>
          </a:xfrm>
          <a:prstGeom prst="ellipse">
            <a:avLst/>
          </a:prstGeom>
          <a:solidFill>
            <a:srgbClr val="C9A84C">
              <a:alpha val="6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1" name="Text 69"/>
          <p:cNvSpPr/>
          <p:nvPr/>
        </p:nvSpPr>
        <p:spPr>
          <a:xfrm>
            <a:off x="4012704" y="1978343"/>
            <a:ext cx="29170" cy="29170"/>
          </a:xfrm>
          <a:prstGeom prst="ellipse">
            <a:avLst/>
          </a:prstGeom>
          <a:solidFill>
            <a:srgbClr val="C9A84C">
              <a:alpha val="6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Text 70"/>
          <p:cNvSpPr/>
          <p:nvPr/>
        </p:nvSpPr>
        <p:spPr>
          <a:xfrm>
            <a:off x="4012704" y="2236708"/>
            <a:ext cx="29170" cy="29170"/>
          </a:xfrm>
          <a:prstGeom prst="ellipse">
            <a:avLst/>
          </a:prstGeom>
          <a:solidFill>
            <a:srgbClr val="C9A84C">
              <a:alpha val="6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3" name="Text 71"/>
          <p:cNvSpPr/>
          <p:nvPr/>
        </p:nvSpPr>
        <p:spPr>
          <a:xfrm>
            <a:off x="4012704" y="2383601"/>
            <a:ext cx="29170" cy="29170"/>
          </a:xfrm>
          <a:prstGeom prst="ellipse">
            <a:avLst/>
          </a:prstGeom>
          <a:solidFill>
            <a:srgbClr val="C9A84C">
              <a:alpha val="6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Text 72"/>
          <p:cNvSpPr/>
          <p:nvPr/>
        </p:nvSpPr>
        <p:spPr>
          <a:xfrm>
            <a:off x="5607397" y="1067395"/>
            <a:ext cx="1375019" cy="429220"/>
          </a:xfrm>
          <a:prstGeom prst="rect">
            <a:avLst/>
          </a:prstGeom>
          <a:gradFill rotWithShape="1">
            <a:gsLst>
              <a:gs pos="0">
                <a:srgbClr val="C9A84C">
                  <a:alpha val="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5" name="Text 73"/>
          <p:cNvSpPr/>
          <p:nvPr/>
        </p:nvSpPr>
        <p:spPr>
          <a:xfrm>
            <a:off x="5735538" y="1831449"/>
            <a:ext cx="29170" cy="29170"/>
          </a:xfrm>
          <a:prstGeom prst="ellipse">
            <a:avLst/>
          </a:prstGeom>
          <a:solidFill>
            <a:srgbClr val="C9A84C">
              <a:alpha val="6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6" name="Text 74"/>
          <p:cNvSpPr/>
          <p:nvPr/>
        </p:nvSpPr>
        <p:spPr>
          <a:xfrm>
            <a:off x="5735538" y="2089815"/>
            <a:ext cx="29170" cy="29170"/>
          </a:xfrm>
          <a:prstGeom prst="ellipse">
            <a:avLst/>
          </a:prstGeom>
          <a:solidFill>
            <a:srgbClr val="C9A84C">
              <a:alpha val="6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7" name="Text 75"/>
          <p:cNvSpPr/>
          <p:nvPr/>
        </p:nvSpPr>
        <p:spPr>
          <a:xfrm>
            <a:off x="5735538" y="2348180"/>
            <a:ext cx="29170" cy="29170"/>
          </a:xfrm>
          <a:prstGeom prst="ellipse">
            <a:avLst/>
          </a:prstGeom>
          <a:solidFill>
            <a:srgbClr val="C9A84C">
              <a:alpha val="6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8" name="Text 76"/>
          <p:cNvSpPr/>
          <p:nvPr/>
        </p:nvSpPr>
        <p:spPr>
          <a:xfrm>
            <a:off x="5735538" y="2495074"/>
            <a:ext cx="29170" cy="29170"/>
          </a:xfrm>
          <a:prstGeom prst="ellipse">
            <a:avLst/>
          </a:prstGeom>
          <a:solidFill>
            <a:srgbClr val="C9A84C">
              <a:alpha val="6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9" name="Text 77"/>
          <p:cNvSpPr/>
          <p:nvPr/>
        </p:nvSpPr>
        <p:spPr>
          <a:xfrm>
            <a:off x="7330380" y="1067395"/>
            <a:ext cx="1374877" cy="429220"/>
          </a:xfrm>
          <a:prstGeom prst="rect">
            <a:avLst/>
          </a:prstGeom>
          <a:gradFill rotWithShape="1">
            <a:gsLst>
              <a:gs pos="0">
                <a:srgbClr val="C9A84C">
                  <a:alpha val="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0" name="Text 78"/>
          <p:cNvSpPr/>
          <p:nvPr/>
        </p:nvSpPr>
        <p:spPr>
          <a:xfrm>
            <a:off x="7458521" y="1831449"/>
            <a:ext cx="29170" cy="29170"/>
          </a:xfrm>
          <a:prstGeom prst="ellipse">
            <a:avLst/>
          </a:prstGeom>
          <a:solidFill>
            <a:srgbClr val="C9A84C">
              <a:alpha val="6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1" name="Text 79"/>
          <p:cNvSpPr/>
          <p:nvPr/>
        </p:nvSpPr>
        <p:spPr>
          <a:xfrm>
            <a:off x="7458521" y="2089815"/>
            <a:ext cx="29170" cy="29170"/>
          </a:xfrm>
          <a:prstGeom prst="ellipse">
            <a:avLst/>
          </a:prstGeom>
          <a:solidFill>
            <a:srgbClr val="C9A84C">
              <a:alpha val="6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2" name="Text 80"/>
          <p:cNvSpPr/>
          <p:nvPr/>
        </p:nvSpPr>
        <p:spPr>
          <a:xfrm>
            <a:off x="7458521" y="2348180"/>
            <a:ext cx="29170" cy="29170"/>
          </a:xfrm>
          <a:prstGeom prst="ellipse">
            <a:avLst/>
          </a:prstGeom>
          <a:solidFill>
            <a:srgbClr val="C9A84C">
              <a:alpha val="6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3" name="Text 81"/>
          <p:cNvSpPr/>
          <p:nvPr/>
        </p:nvSpPr>
        <p:spPr>
          <a:xfrm>
            <a:off x="7458521" y="2495074"/>
            <a:ext cx="29170" cy="29170"/>
          </a:xfrm>
          <a:prstGeom prst="ellipse">
            <a:avLst/>
          </a:prstGeom>
          <a:solidFill>
            <a:srgbClr val="C9A84C">
              <a:alpha val="6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C9A84C">
                  <a:alpha val="7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143470" y="3643610"/>
            <a:ext cx="3187898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0"/>
              </a:lnSpc>
              <a:buNone/>
            </a:pPr>
            <a:r>
              <a:rPr lang="en-US" sz="9000" kern="0" spc="1800" dirty="0">
                <a:solidFill>
                  <a:srgbClr val="C9A84C">
                    <a:alpha val="2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SML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1580" cy="5143500"/>
          </a:xfrm>
          <a:prstGeom prst="rect">
            <a:avLst/>
          </a:prstGeom>
          <a:gradFill rotWithShape="1">
            <a:gsLst>
              <a:gs pos="0">
                <a:srgbClr val="C9A84C"/>
              </a:gs>
              <a:gs pos="100000">
                <a:srgbClr val="C9A84C">
                  <a:alpha val="1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9575" y="1060698"/>
            <a:ext cx="2695280" cy="3580809"/>
          </a:xfrm>
          <a:prstGeom prst="rect">
            <a:avLst/>
          </a:prstGeom>
          <a:gradFill rotWithShape="1">
            <a:gsLst>
              <a:gs pos="0">
                <a:srgbClr val="C9A84C">
                  <a:alpha val="4000"/>
                </a:srgbClr>
              </a:gs>
              <a:gs pos="4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38202" y="1060698"/>
            <a:ext cx="2695423" cy="3580809"/>
          </a:xfrm>
          <a:prstGeom prst="rect">
            <a:avLst/>
          </a:prstGeom>
          <a:gradFill rotWithShape="1">
            <a:gsLst>
              <a:gs pos="0">
                <a:srgbClr val="C9A84C">
                  <a:alpha val="4000"/>
                </a:srgbClr>
              </a:gs>
              <a:gs pos="4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66979" y="1060698"/>
            <a:ext cx="2695280" cy="3580809"/>
          </a:xfrm>
          <a:prstGeom prst="rect">
            <a:avLst/>
          </a:prstGeom>
          <a:gradFill rotWithShape="1">
            <a:gsLst>
              <a:gs pos="0">
                <a:srgbClr val="C9A84C">
                  <a:alpha val="4000"/>
                </a:srgbClr>
              </a:gs>
              <a:gs pos="4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0050" y="257770"/>
            <a:ext cx="1881771" cy="159246"/>
          </a:xfrm>
          <a:prstGeom prst="roundRect">
            <a:avLst>
              <a:gd name="adj" fmla="val 8773"/>
            </a:avLst>
          </a:prstGeom>
          <a:solidFill>
            <a:srgbClr val="C9A84C">
              <a:alpha val="8000"/>
            </a:srgbClr>
          </a:solidFill>
          <a:ln w="9525">
            <a:solidFill>
              <a:srgbClr val="C9A84C">
                <a:alpha val="25000"/>
              </a:srgbClr>
            </a:solidFill>
          </a:ln>
        </p:spPr>
        <p:txBody>
          <a:bodyPr wrap="none" lIns="167580" tIns="21590" rIns="71120" bIns="21590" rtlCol="0" anchor="ctr"/>
          <a:lstStyle/>
          <a:p>
            <a:pPr marL="0" indent="0" algn="l">
              <a:buNone/>
            </a:pPr>
            <a:r>
              <a:rPr lang="en-US" sz="510" kern="0" spc="102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IDENTITY SYSTEM · SML 2026</a:t>
            </a:r>
            <a:endParaRPr lang="en-US" sz="51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0912" y="271099"/>
            <a:ext cx="132588" cy="1325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00050" y="474166"/>
            <a:ext cx="4168107" cy="254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5"/>
              </a:lnSpc>
              <a:spcBef>
                <a:spcPts val="450"/>
              </a:spcBef>
              <a:buNone/>
            </a:pPr>
            <a:r>
              <a:rPr lang="en-US" sz="1910" kern="0" spc="306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BRAND IDENTITY SYSTEM</a:t>
            </a:r>
            <a:endParaRPr lang="en-US" sz="1910" dirty="0"/>
          </a:p>
        </p:txBody>
      </p:sp>
      <p:sp>
        <p:nvSpPr>
          <p:cNvPr id="11" name="Text 8"/>
          <p:cNvSpPr/>
          <p:nvPr/>
        </p:nvSpPr>
        <p:spPr>
          <a:xfrm>
            <a:off x="400050" y="825103"/>
            <a:ext cx="299591" cy="7590"/>
          </a:xfrm>
          <a:prstGeom prst="rect">
            <a:avLst/>
          </a:prstGeom>
          <a:solidFill>
            <a:srgbClr val="C9A84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85961" y="764232"/>
            <a:ext cx="263672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kern="0" spc="136" dirty="0">
                <a:solidFill>
                  <a:srgbClr val="8B7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VISUAL DNA OF SELF MADE LEGENDS</a:t>
            </a:r>
            <a:endParaRPr lang="en-US" sz="68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alphaModFix amt="3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68184" y="286941"/>
            <a:ext cx="203746" cy="20374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0050" y="1051173"/>
            <a:ext cx="2714327" cy="3599855"/>
          </a:xfrm>
          <a:prstGeom prst="rect">
            <a:avLst/>
          </a:prstGeom>
          <a:solidFill>
            <a:srgbClr val="111111"/>
          </a:solidFill>
          <a:ln w="9525">
            <a:solidFill>
              <a:srgbClr val="C9A84C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523875" y="1188839"/>
            <a:ext cx="271334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123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560" dirty="0"/>
          </a:p>
        </p:txBody>
      </p:sp>
      <p:sp>
        <p:nvSpPr>
          <p:cNvPr id="16" name="Text 12"/>
          <p:cNvSpPr/>
          <p:nvPr/>
        </p:nvSpPr>
        <p:spPr>
          <a:xfrm>
            <a:off x="523875" y="1309390"/>
            <a:ext cx="2713345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kern="0" spc="118" dirty="0">
                <a:solidFill>
                  <a:srgbClr val="F5EDD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LOGO SYSTEM</a:t>
            </a:r>
            <a:endParaRPr lang="en-US" sz="840" dirty="0"/>
          </a:p>
        </p:txBody>
      </p:sp>
      <p:sp>
        <p:nvSpPr>
          <p:cNvPr id="17" name="Text 13"/>
          <p:cNvSpPr/>
          <p:nvPr/>
        </p:nvSpPr>
        <p:spPr>
          <a:xfrm>
            <a:off x="523875" y="1526530"/>
            <a:ext cx="2466677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C9A84C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523875" y="1605111"/>
            <a:ext cx="2466677" cy="654248"/>
          </a:xfrm>
          <a:prstGeom prst="rect">
            <a:avLst/>
          </a:prstGeom>
          <a:solidFill>
            <a:srgbClr val="080808"/>
          </a:solidFill>
          <a:ln w="9525">
            <a:solidFill>
              <a:srgbClr val="C9A84C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1543496" y="1700957"/>
            <a:ext cx="470178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40" kern="0" spc="273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SML</a:t>
            </a:r>
            <a:endParaRPr lang="en-US" sz="1240" dirty="0"/>
          </a:p>
        </p:txBody>
      </p:sp>
      <p:sp>
        <p:nvSpPr>
          <p:cNvPr id="20" name="Text 16"/>
          <p:cNvSpPr/>
          <p:nvPr/>
        </p:nvSpPr>
        <p:spPr>
          <a:xfrm>
            <a:off x="1371749" y="1966317"/>
            <a:ext cx="848023" cy="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30"/>
              </a:lnSpc>
              <a:buNone/>
            </a:pPr>
            <a:r>
              <a:rPr lang="en-US" sz="420" kern="0" spc="92" dirty="0">
                <a:solidFill>
                  <a:srgbClr val="C9A84C">
                    <a:alpha val="7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SELF MADE LEGENDS</a:t>
            </a:r>
            <a:endParaRPr lang="en-US" sz="420" dirty="0"/>
          </a:p>
        </p:txBody>
      </p:sp>
      <p:sp>
        <p:nvSpPr>
          <p:cNvPr id="21" name="Text 17"/>
          <p:cNvSpPr/>
          <p:nvPr/>
        </p:nvSpPr>
        <p:spPr>
          <a:xfrm>
            <a:off x="1376065" y="2089249"/>
            <a:ext cx="838364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"/>
              </a:lnSpc>
              <a:buNone/>
            </a:pPr>
            <a:r>
              <a:rPr lang="en-US" sz="390" kern="0" spc="31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· GOLD ON BLACK</a:t>
            </a:r>
            <a:endParaRPr lang="en-US" sz="390" dirty="0"/>
          </a:p>
        </p:txBody>
      </p:sp>
      <p:sp>
        <p:nvSpPr>
          <p:cNvPr id="22" name="Text 18"/>
          <p:cNvSpPr/>
          <p:nvPr/>
        </p:nvSpPr>
        <p:spPr>
          <a:xfrm>
            <a:off x="523875" y="2330351"/>
            <a:ext cx="1204764" cy="368201"/>
          </a:xfrm>
          <a:prstGeom prst="rect">
            <a:avLst/>
          </a:prstGeom>
          <a:solidFill>
            <a:srgbClr val="0C0C0C"/>
          </a:solidFill>
          <a:ln w="9525">
            <a:solidFill>
              <a:srgbClr val="C9A84C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990154" y="2397026"/>
            <a:ext cx="299427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kern="0" spc="174" dirty="0">
                <a:solidFill>
                  <a:srgbClr val="F5EDD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SML</a:t>
            </a:r>
            <a:endParaRPr lang="en-US" sz="790" dirty="0"/>
          </a:p>
        </p:txBody>
      </p:sp>
      <p:sp>
        <p:nvSpPr>
          <p:cNvPr id="24" name="Text 20"/>
          <p:cNvSpPr/>
          <p:nvPr/>
        </p:nvSpPr>
        <p:spPr>
          <a:xfrm>
            <a:off x="947737" y="2561332"/>
            <a:ext cx="392579" cy="70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"/>
              </a:lnSpc>
              <a:buNone/>
            </a:pPr>
            <a:r>
              <a:rPr lang="en-US" sz="370" kern="0" spc="37" dirty="0">
                <a:solidFill>
                  <a:srgbClr val="F5EDD6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 WHITE</a:t>
            </a:r>
            <a:endParaRPr lang="en-US" sz="370" dirty="0"/>
          </a:p>
        </p:txBody>
      </p:sp>
      <p:sp>
        <p:nvSpPr>
          <p:cNvPr id="25" name="Text 21"/>
          <p:cNvSpPr/>
          <p:nvPr/>
        </p:nvSpPr>
        <p:spPr>
          <a:xfrm>
            <a:off x="1785789" y="2330351"/>
            <a:ext cx="1204764" cy="368201"/>
          </a:xfrm>
          <a:prstGeom prst="rect">
            <a:avLst/>
          </a:prstGeom>
          <a:solidFill>
            <a:srgbClr val="F5EDD6"/>
          </a:solidFill>
          <a:ln w="9525">
            <a:solidFill>
              <a:srgbClr val="C9A84C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2252067" y="2397026"/>
            <a:ext cx="299427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kern="0" spc="174" dirty="0">
                <a:solidFill>
                  <a:srgbClr val="08080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SML</a:t>
            </a:r>
            <a:endParaRPr lang="en-US" sz="790" dirty="0"/>
          </a:p>
        </p:txBody>
      </p:sp>
      <p:sp>
        <p:nvSpPr>
          <p:cNvPr id="27" name="Text 23"/>
          <p:cNvSpPr/>
          <p:nvPr/>
        </p:nvSpPr>
        <p:spPr>
          <a:xfrm>
            <a:off x="2208312" y="2561332"/>
            <a:ext cx="395689" cy="70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"/>
              </a:lnSpc>
              <a:buNone/>
            </a:pPr>
            <a:r>
              <a:rPr lang="en-US" sz="370" kern="0" spc="37" dirty="0">
                <a:solidFill>
                  <a:srgbClr val="080808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 BLACK</a:t>
            </a:r>
            <a:endParaRPr lang="en-US" sz="370" dirty="0"/>
          </a:p>
        </p:txBody>
      </p:sp>
      <p:sp>
        <p:nvSpPr>
          <p:cNvPr id="28" name="Text 24"/>
          <p:cNvSpPr/>
          <p:nvPr/>
        </p:nvSpPr>
        <p:spPr>
          <a:xfrm>
            <a:off x="523875" y="2769543"/>
            <a:ext cx="2466677" cy="351383"/>
          </a:xfrm>
          <a:prstGeom prst="rect">
            <a:avLst/>
          </a:prstGeom>
          <a:solidFill>
            <a:srgbClr val="080808"/>
          </a:solidFill>
          <a:ln w="9525">
            <a:solidFill>
              <a:srgbClr val="C9A84C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786" y="2870002"/>
            <a:ext cx="150465" cy="150465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366242" y="2850059"/>
            <a:ext cx="1103575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kern="0" spc="6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CROWN CREST SUB-MARK</a:t>
            </a:r>
            <a:endParaRPr lang="en-US" sz="510" dirty="0"/>
          </a:p>
        </p:txBody>
      </p:sp>
      <p:sp>
        <p:nvSpPr>
          <p:cNvPr id="31" name="Text 26"/>
          <p:cNvSpPr/>
          <p:nvPr/>
        </p:nvSpPr>
        <p:spPr>
          <a:xfrm>
            <a:off x="1366242" y="2954685"/>
            <a:ext cx="1103575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Icon-only usage</a:t>
            </a:r>
            <a:endParaRPr lang="en-US" sz="450" dirty="0"/>
          </a:p>
        </p:txBody>
      </p:sp>
      <p:sp>
        <p:nvSpPr>
          <p:cNvPr id="32" name="Text 27"/>
          <p:cNvSpPr/>
          <p:nvPr/>
        </p:nvSpPr>
        <p:spPr>
          <a:xfrm>
            <a:off x="523875" y="3191917"/>
            <a:ext cx="2466677" cy="296775"/>
          </a:xfrm>
          <a:prstGeom prst="roundRect">
            <a:avLst>
              <a:gd name="adj" fmla="val 2568"/>
            </a:avLst>
          </a:prstGeom>
          <a:solidFill>
            <a:srgbClr val="C9A84C">
              <a:alpha val="5000"/>
            </a:srgbClr>
          </a:solidFill>
          <a:ln/>
        </p:spPr>
        <p:txBody>
          <a:bodyPr wrap="none" lIns="57150" tIns="43180" rIns="57150" bIns="43180" rtlCol="0" anchor="t"/>
          <a:lstStyle/>
          <a:p>
            <a:pPr marL="0" indent="0" algn="l">
              <a:buNone/>
            </a:pPr>
            <a:r>
              <a:rPr lang="en-US" sz="530" kern="0" spc="26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space: </a:t>
            </a:r>
            <a:r>
              <a:rPr lang="en-US" sz="530" kern="0" spc="26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1× logo height</a:t>
            </a:r>
            <a:r>
              <a:rPr lang="en-US" sz="530" kern="0" spc="26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all sides. Never distort, recolor, or place on busy backgrounds.</a:t>
            </a:r>
            <a:endParaRPr lang="en-US" sz="530" dirty="0"/>
          </a:p>
        </p:txBody>
      </p:sp>
      <p:sp>
        <p:nvSpPr>
          <p:cNvPr id="33" name="Text 28"/>
          <p:cNvSpPr/>
          <p:nvPr/>
        </p:nvSpPr>
        <p:spPr>
          <a:xfrm>
            <a:off x="523875" y="3191917"/>
            <a:ext cx="9525" cy="288131"/>
          </a:xfrm>
          <a:custGeom>
            <a:avLst/>
            <a:gdLst/>
            <a:ahLst/>
            <a:cxnLst/>
            <a:rect l="l" t="t" r="r" b="b"/>
            <a:pathLst>
              <a:path w="9525" h="288131">
                <a:moveTo>
                  <a:pt x="0" y="7620"/>
                </a:moveTo>
                <a:lnTo>
                  <a:pt x="1191" y="3530"/>
                </a:lnTo>
                <a:lnTo>
                  <a:pt x="2381" y="2086"/>
                </a:lnTo>
                <a:lnTo>
                  <a:pt x="3572" y="1164"/>
                </a:lnTo>
                <a:lnTo>
                  <a:pt x="4763" y="556"/>
                </a:lnTo>
                <a:lnTo>
                  <a:pt x="5953" y="185"/>
                </a:lnTo>
                <a:lnTo>
                  <a:pt x="7144" y="13716000"/>
                </a:lnTo>
                <a:lnTo>
                  <a:pt x="8334" y="0"/>
                </a:lnTo>
                <a:lnTo>
                  <a:pt x="9525" y="0"/>
                </a:lnTo>
                <a:lnTo>
                  <a:pt x="9525" y="288131"/>
                </a:lnTo>
                <a:lnTo>
                  <a:pt x="8334" y="288131"/>
                </a:lnTo>
                <a:lnTo>
                  <a:pt x="7144" y="288116"/>
                </a:lnTo>
                <a:lnTo>
                  <a:pt x="5953" y="287947"/>
                </a:lnTo>
                <a:lnTo>
                  <a:pt x="4763" y="287575"/>
                </a:lnTo>
                <a:lnTo>
                  <a:pt x="3572" y="286967"/>
                </a:lnTo>
                <a:lnTo>
                  <a:pt x="2381" y="286045"/>
                </a:lnTo>
                <a:lnTo>
                  <a:pt x="1191" y="284601"/>
                </a:lnTo>
                <a:lnTo>
                  <a:pt x="0" y="280511"/>
                </a:lnTo>
                <a:close/>
              </a:path>
            </a:pathLst>
          </a:custGeom>
          <a:solidFill>
            <a:srgbClr val="C9A84C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>
            <a:alphaModFix amt="45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69541" y="4405759"/>
            <a:ext cx="375196" cy="107603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3228677" y="1051173"/>
            <a:ext cx="2714476" cy="3599855"/>
          </a:xfrm>
          <a:prstGeom prst="rect">
            <a:avLst/>
          </a:prstGeom>
          <a:solidFill>
            <a:srgbClr val="111111"/>
          </a:solidFill>
          <a:ln w="9525">
            <a:solidFill>
              <a:srgbClr val="C9A84C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0"/>
          <p:cNvSpPr/>
          <p:nvPr/>
        </p:nvSpPr>
        <p:spPr>
          <a:xfrm>
            <a:off x="3352502" y="1188839"/>
            <a:ext cx="2713509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123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560" dirty="0"/>
          </a:p>
        </p:txBody>
      </p:sp>
      <p:sp>
        <p:nvSpPr>
          <p:cNvPr id="37" name="Text 31"/>
          <p:cNvSpPr/>
          <p:nvPr/>
        </p:nvSpPr>
        <p:spPr>
          <a:xfrm>
            <a:off x="3352502" y="1309390"/>
            <a:ext cx="2713509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kern="0" spc="118" dirty="0">
                <a:solidFill>
                  <a:srgbClr val="F5EDD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COLOR PALETTE</a:t>
            </a:r>
            <a:endParaRPr lang="en-US" sz="840" dirty="0"/>
          </a:p>
        </p:txBody>
      </p:sp>
      <p:sp>
        <p:nvSpPr>
          <p:cNvPr id="38" name="Text 32"/>
          <p:cNvSpPr/>
          <p:nvPr/>
        </p:nvSpPr>
        <p:spPr>
          <a:xfrm>
            <a:off x="3352502" y="1526530"/>
            <a:ext cx="2466826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C9A84C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3"/>
          <p:cNvSpPr/>
          <p:nvPr/>
        </p:nvSpPr>
        <p:spPr>
          <a:xfrm>
            <a:off x="3352502" y="1605111"/>
            <a:ext cx="1204764" cy="1149697"/>
          </a:xfrm>
          <a:prstGeom prst="roundRect">
            <a:avLst>
              <a:gd name="adj" fmla="val 1878"/>
            </a:avLst>
          </a:prstGeom>
          <a:noFill/>
          <a:ln w="9525">
            <a:solidFill>
              <a:srgbClr val="C9A84C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4"/>
          <p:cNvSpPr/>
          <p:nvPr/>
        </p:nvSpPr>
        <p:spPr>
          <a:xfrm>
            <a:off x="3362027" y="1614636"/>
            <a:ext cx="1185714" cy="314920"/>
          </a:xfrm>
          <a:prstGeom prst="rect">
            <a:avLst/>
          </a:prstGeom>
          <a:solidFill>
            <a:srgbClr val="08080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5"/>
          <p:cNvSpPr/>
          <p:nvPr/>
        </p:nvSpPr>
        <p:spPr>
          <a:xfrm>
            <a:off x="3362027" y="1920032"/>
            <a:ext cx="1185714" cy="9525"/>
          </a:xfrm>
          <a:prstGeom prst="rect">
            <a:avLst/>
          </a:prstGeom>
          <a:solidFill>
            <a:srgbClr val="C9A84C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88516" y="1701040"/>
            <a:ext cx="132588" cy="132588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3362027" y="1929557"/>
            <a:ext cx="1209428" cy="324892"/>
          </a:xfrm>
          <a:prstGeom prst="rect">
            <a:avLst/>
          </a:prstGeom>
          <a:solidFill>
            <a:srgbClr val="0D0D0D"/>
          </a:solidFill>
          <a:ln/>
        </p:spPr>
        <p:txBody>
          <a:bodyPr wrap="none" lIns="43180" tIns="35560" rIns="43180" bIns="35560" rtlCol="0" anchor="t"/>
          <a:lstStyle/>
          <a:p>
            <a:pPr marL="0" indent="0" algn="l">
              <a:buNone/>
            </a:pPr>
            <a:r>
              <a:rPr lang="en-US" sz="510" b="1" kern="0" spc="5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 BLACK</a:t>
            </a:r>
            <a:endParaRPr lang="en-US" sz="510" dirty="0"/>
          </a:p>
          <a:p>
            <a:pPr marL="0" indent="0" algn="l">
              <a:buNone/>
            </a:pPr>
            <a:r>
              <a:rPr lang="en-US" sz="510" kern="0" spc="2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#080808</a:t>
            </a:r>
            <a:endParaRPr lang="en-US" sz="510" dirty="0"/>
          </a:p>
          <a:p>
            <a:pPr marL="0" indent="0" algn="l">
              <a:buNone/>
            </a:pPr>
            <a:endParaRPr lang="en-US" sz="510" dirty="0"/>
          </a:p>
          <a:p>
            <a:pPr marL="0" indent="0" algn="l">
              <a:buNone/>
            </a:pPr>
            <a:r>
              <a:rPr lang="en-US" sz="450" kern="0" spc="18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Black C</a:t>
            </a:r>
            <a:endParaRPr lang="en-US" sz="510" dirty="0"/>
          </a:p>
        </p:txBody>
      </p:sp>
      <p:sp>
        <p:nvSpPr>
          <p:cNvPr id="44" name="Text 37"/>
          <p:cNvSpPr/>
          <p:nvPr/>
        </p:nvSpPr>
        <p:spPr>
          <a:xfrm>
            <a:off x="4614416" y="1605111"/>
            <a:ext cx="1204913" cy="1149697"/>
          </a:xfrm>
          <a:prstGeom prst="roundRect">
            <a:avLst>
              <a:gd name="adj" fmla="val 1878"/>
            </a:avLst>
          </a:prstGeom>
          <a:noFill/>
          <a:ln w="9525">
            <a:solidFill>
              <a:srgbClr val="C9A84C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8"/>
          <p:cNvSpPr/>
          <p:nvPr/>
        </p:nvSpPr>
        <p:spPr>
          <a:xfrm>
            <a:off x="4623941" y="1614636"/>
            <a:ext cx="1185863" cy="31492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9"/>
          <p:cNvSpPr/>
          <p:nvPr/>
        </p:nvSpPr>
        <p:spPr>
          <a:xfrm>
            <a:off x="4623941" y="1614636"/>
            <a:ext cx="1185863" cy="314920"/>
          </a:xfrm>
          <a:prstGeom prst="rect">
            <a:avLst/>
          </a:prstGeom>
          <a:gradFill rotWithShape="1">
            <a:gsLst>
              <a:gs pos="0">
                <a:srgbClr val="FFFFFF">
                  <a:alpha val="12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0"/>
          <p:cNvSpPr/>
          <p:nvPr/>
        </p:nvSpPr>
        <p:spPr>
          <a:xfrm>
            <a:off x="4623941" y="1929557"/>
            <a:ext cx="1209580" cy="324892"/>
          </a:xfrm>
          <a:prstGeom prst="rect">
            <a:avLst/>
          </a:prstGeom>
          <a:solidFill>
            <a:srgbClr val="0D0D0D"/>
          </a:solidFill>
          <a:ln/>
        </p:spPr>
        <p:txBody>
          <a:bodyPr wrap="none" lIns="43180" tIns="35560" rIns="43180" bIns="35560" rtlCol="0" anchor="t"/>
          <a:lstStyle/>
          <a:p>
            <a:pPr marL="0" indent="0" algn="l">
              <a:buNone/>
            </a:pPr>
            <a:r>
              <a:rPr lang="en-US" sz="510" b="1" kern="0" spc="5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GOLD</a:t>
            </a:r>
            <a:endParaRPr lang="en-US" sz="510" dirty="0"/>
          </a:p>
          <a:p>
            <a:pPr marL="0" indent="0" algn="l">
              <a:buNone/>
            </a:pPr>
            <a:r>
              <a:rPr lang="en-US" sz="510" kern="0" spc="2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#C9A84C</a:t>
            </a:r>
            <a:endParaRPr lang="en-US" sz="510" dirty="0"/>
          </a:p>
          <a:p>
            <a:pPr marL="0" indent="0" algn="l">
              <a:buNone/>
            </a:pPr>
            <a:endParaRPr lang="en-US" sz="510" dirty="0"/>
          </a:p>
          <a:p>
            <a:pPr marL="0" indent="0" algn="l">
              <a:buNone/>
            </a:pPr>
            <a:r>
              <a:rPr lang="en-US" sz="450" kern="0" spc="18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124 C</a:t>
            </a:r>
            <a:endParaRPr lang="en-US" sz="510" dirty="0"/>
          </a:p>
        </p:txBody>
      </p:sp>
      <p:sp>
        <p:nvSpPr>
          <p:cNvPr id="48" name="Text 41"/>
          <p:cNvSpPr/>
          <p:nvPr/>
        </p:nvSpPr>
        <p:spPr>
          <a:xfrm>
            <a:off x="3352502" y="2811959"/>
            <a:ext cx="1204764" cy="1149846"/>
          </a:xfrm>
          <a:prstGeom prst="roundRect">
            <a:avLst>
              <a:gd name="adj" fmla="val 1878"/>
            </a:avLst>
          </a:prstGeom>
          <a:noFill/>
          <a:ln w="9525">
            <a:solidFill>
              <a:srgbClr val="C9A84C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2"/>
          <p:cNvSpPr/>
          <p:nvPr/>
        </p:nvSpPr>
        <p:spPr>
          <a:xfrm>
            <a:off x="3362027" y="2821484"/>
            <a:ext cx="1185714" cy="314920"/>
          </a:xfrm>
          <a:prstGeom prst="rect">
            <a:avLst/>
          </a:prstGeom>
          <a:solidFill>
            <a:srgbClr val="F5EDD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3"/>
          <p:cNvSpPr/>
          <p:nvPr/>
        </p:nvSpPr>
        <p:spPr>
          <a:xfrm>
            <a:off x="3362027" y="2821484"/>
            <a:ext cx="1185714" cy="314920"/>
          </a:xfrm>
          <a:prstGeom prst="rect">
            <a:avLst/>
          </a:prstGeom>
          <a:gradFill rotWithShape="1">
            <a:gsLst>
              <a:gs pos="0">
                <a:srgbClr val="FFFFFF">
                  <a:alpha val="30000"/>
                </a:srgbClr>
              </a:gs>
              <a:gs pos="7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4"/>
          <p:cNvSpPr/>
          <p:nvPr/>
        </p:nvSpPr>
        <p:spPr>
          <a:xfrm>
            <a:off x="3362027" y="3136404"/>
            <a:ext cx="1209428" cy="324892"/>
          </a:xfrm>
          <a:prstGeom prst="rect">
            <a:avLst/>
          </a:prstGeom>
          <a:solidFill>
            <a:srgbClr val="0D0D0D"/>
          </a:solidFill>
          <a:ln/>
        </p:spPr>
        <p:txBody>
          <a:bodyPr wrap="none" lIns="43180" tIns="35560" rIns="43180" bIns="35560" rtlCol="0" anchor="t"/>
          <a:lstStyle/>
          <a:p>
            <a:pPr marL="0" indent="0" algn="l">
              <a:buNone/>
            </a:pPr>
            <a:r>
              <a:rPr lang="en-US" sz="510" b="1" kern="0" spc="5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WHITE</a:t>
            </a:r>
            <a:endParaRPr lang="en-US" sz="510" dirty="0"/>
          </a:p>
          <a:p>
            <a:pPr marL="0" indent="0" algn="l">
              <a:buNone/>
            </a:pPr>
            <a:r>
              <a:rPr lang="en-US" sz="510" kern="0" spc="2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#F5EDD6</a:t>
            </a:r>
            <a:endParaRPr lang="en-US" sz="510" dirty="0"/>
          </a:p>
          <a:p>
            <a:pPr marL="0" indent="0" algn="l">
              <a:buNone/>
            </a:pPr>
            <a:endParaRPr lang="en-US" sz="510" dirty="0"/>
          </a:p>
          <a:p>
            <a:pPr marL="0" indent="0" algn="l">
              <a:buNone/>
            </a:pPr>
            <a:r>
              <a:rPr lang="en-US" sz="450" kern="0" spc="18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9183 C</a:t>
            </a:r>
            <a:endParaRPr lang="en-US" sz="510" dirty="0"/>
          </a:p>
        </p:txBody>
      </p:sp>
      <p:sp>
        <p:nvSpPr>
          <p:cNvPr id="52" name="Text 45"/>
          <p:cNvSpPr/>
          <p:nvPr/>
        </p:nvSpPr>
        <p:spPr>
          <a:xfrm>
            <a:off x="4614416" y="2811959"/>
            <a:ext cx="1204913" cy="1149846"/>
          </a:xfrm>
          <a:prstGeom prst="roundRect">
            <a:avLst>
              <a:gd name="adj" fmla="val 1878"/>
            </a:avLst>
          </a:prstGeom>
          <a:noFill/>
          <a:ln w="9525">
            <a:solidFill>
              <a:srgbClr val="C9A84C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6"/>
          <p:cNvSpPr/>
          <p:nvPr/>
        </p:nvSpPr>
        <p:spPr>
          <a:xfrm>
            <a:off x="4623941" y="2821484"/>
            <a:ext cx="1185863" cy="314920"/>
          </a:xfrm>
          <a:prstGeom prst="rect">
            <a:avLst/>
          </a:prstGeom>
          <a:solidFill>
            <a:srgbClr val="8B7A4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7"/>
          <p:cNvSpPr/>
          <p:nvPr/>
        </p:nvSpPr>
        <p:spPr>
          <a:xfrm>
            <a:off x="4623941" y="2821484"/>
            <a:ext cx="1185863" cy="314920"/>
          </a:xfrm>
          <a:prstGeom prst="rect">
            <a:avLst/>
          </a:prstGeom>
          <a:gradFill rotWithShape="1">
            <a:gsLst>
              <a:gs pos="0">
                <a:srgbClr val="FFFFFF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8"/>
          <p:cNvSpPr/>
          <p:nvPr/>
        </p:nvSpPr>
        <p:spPr>
          <a:xfrm>
            <a:off x="4623941" y="3136404"/>
            <a:ext cx="1209580" cy="324892"/>
          </a:xfrm>
          <a:prstGeom prst="rect">
            <a:avLst/>
          </a:prstGeom>
          <a:solidFill>
            <a:srgbClr val="0D0D0D"/>
          </a:solidFill>
          <a:ln/>
        </p:spPr>
        <p:txBody>
          <a:bodyPr wrap="none" lIns="43180" tIns="35560" rIns="43180" bIns="35560" rtlCol="0" anchor="t"/>
          <a:lstStyle/>
          <a:p>
            <a:pPr marL="0" indent="0" algn="l">
              <a:buNone/>
            </a:pPr>
            <a:r>
              <a:rPr lang="en-US" sz="510" b="1" kern="0" spc="5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GOLD</a:t>
            </a:r>
            <a:endParaRPr lang="en-US" sz="510" dirty="0"/>
          </a:p>
          <a:p>
            <a:pPr marL="0" indent="0" algn="l">
              <a:buNone/>
            </a:pPr>
            <a:r>
              <a:rPr lang="en-US" sz="510" kern="0" spc="2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#8B7A4A</a:t>
            </a:r>
            <a:endParaRPr lang="en-US" sz="510" dirty="0"/>
          </a:p>
          <a:p>
            <a:pPr marL="0" indent="0" algn="l">
              <a:buNone/>
            </a:pPr>
            <a:endParaRPr lang="en-US" sz="510" dirty="0"/>
          </a:p>
          <a:p>
            <a:pPr marL="0" indent="0" algn="l">
              <a:buNone/>
            </a:pPr>
            <a:r>
              <a:rPr lang="en-US" sz="450" kern="0" spc="18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7766 C</a:t>
            </a:r>
            <a:endParaRPr lang="en-US" sz="510" dirty="0"/>
          </a:p>
        </p:txBody>
      </p:sp>
      <p:sp>
        <p:nvSpPr>
          <p:cNvPr id="56" name="Text 49"/>
          <p:cNvSpPr/>
          <p:nvPr/>
        </p:nvSpPr>
        <p:spPr>
          <a:xfrm>
            <a:off x="3352502" y="4032796"/>
            <a:ext cx="2466826" cy="296775"/>
          </a:xfrm>
          <a:prstGeom prst="roundRect">
            <a:avLst>
              <a:gd name="adj" fmla="val 2568"/>
            </a:avLst>
          </a:prstGeom>
          <a:solidFill>
            <a:srgbClr val="C9A84C">
              <a:alpha val="5000"/>
            </a:srgbClr>
          </a:solidFill>
          <a:ln/>
        </p:spPr>
        <p:txBody>
          <a:bodyPr wrap="none" lIns="57150" tIns="43180" rIns="57150" bIns="43180" rtlCol="0" anchor="t"/>
          <a:lstStyle/>
          <a:p>
            <a:pPr marL="0" indent="0" algn="l">
              <a:buNone/>
            </a:pPr>
            <a:r>
              <a:rPr lang="en-US" sz="530" kern="0" spc="26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Gold</a:t>
            </a:r>
            <a:r>
              <a:rPr lang="en-US" sz="530" kern="0" spc="26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primary accent. </a:t>
            </a:r>
            <a:r>
              <a:rPr lang="en-US" sz="530" kern="0" spc="26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 Black</a:t>
            </a:r>
            <a:r>
              <a:rPr lang="en-US" sz="530" kern="0" spc="26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always the base. Never substitute colors outside the defined palette.</a:t>
            </a:r>
            <a:endParaRPr lang="en-US" sz="530" dirty="0"/>
          </a:p>
        </p:txBody>
      </p:sp>
      <p:sp>
        <p:nvSpPr>
          <p:cNvPr id="57" name="Text 50"/>
          <p:cNvSpPr/>
          <p:nvPr/>
        </p:nvSpPr>
        <p:spPr>
          <a:xfrm>
            <a:off x="3352502" y="4032796"/>
            <a:ext cx="9525" cy="288131"/>
          </a:xfrm>
          <a:custGeom>
            <a:avLst/>
            <a:gdLst/>
            <a:ahLst/>
            <a:cxnLst/>
            <a:rect l="l" t="t" r="r" b="b"/>
            <a:pathLst>
              <a:path w="9525" h="288131">
                <a:moveTo>
                  <a:pt x="0" y="7620"/>
                </a:moveTo>
                <a:lnTo>
                  <a:pt x="1191" y="3530"/>
                </a:lnTo>
                <a:lnTo>
                  <a:pt x="2381" y="2086"/>
                </a:lnTo>
                <a:lnTo>
                  <a:pt x="3572" y="1164"/>
                </a:lnTo>
                <a:lnTo>
                  <a:pt x="4763" y="556"/>
                </a:lnTo>
                <a:lnTo>
                  <a:pt x="5953" y="185"/>
                </a:lnTo>
                <a:lnTo>
                  <a:pt x="7144" y="13716000"/>
                </a:lnTo>
                <a:lnTo>
                  <a:pt x="8334" y="0"/>
                </a:lnTo>
                <a:lnTo>
                  <a:pt x="9525" y="0"/>
                </a:lnTo>
                <a:lnTo>
                  <a:pt x="9525" y="288131"/>
                </a:lnTo>
                <a:lnTo>
                  <a:pt x="8334" y="288131"/>
                </a:lnTo>
                <a:lnTo>
                  <a:pt x="7144" y="288116"/>
                </a:lnTo>
                <a:lnTo>
                  <a:pt x="5953" y="287947"/>
                </a:lnTo>
                <a:lnTo>
                  <a:pt x="4763" y="287575"/>
                </a:lnTo>
                <a:lnTo>
                  <a:pt x="3572" y="286967"/>
                </a:lnTo>
                <a:lnTo>
                  <a:pt x="2381" y="286045"/>
                </a:lnTo>
                <a:lnTo>
                  <a:pt x="1191" y="284601"/>
                </a:lnTo>
                <a:lnTo>
                  <a:pt x="0" y="280511"/>
                </a:lnTo>
                <a:close/>
              </a:path>
            </a:pathLst>
          </a:custGeom>
          <a:solidFill>
            <a:srgbClr val="C9A84C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8" name="Image 5" descr="preencoded.png"/>
          <p:cNvPicPr>
            <a:picLocks noChangeAspect="1"/>
          </p:cNvPicPr>
          <p:nvPr/>
        </p:nvPicPr>
        <p:blipFill>
          <a:blip>
            <a:alphaModFix amt="45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98318" y="4405759"/>
            <a:ext cx="375196" cy="107603"/>
          </a:xfrm>
          <a:prstGeom prst="rect">
            <a:avLst/>
          </a:prstGeom>
        </p:spPr>
      </p:pic>
      <p:sp>
        <p:nvSpPr>
          <p:cNvPr id="59" name="Text 51"/>
          <p:cNvSpPr/>
          <p:nvPr/>
        </p:nvSpPr>
        <p:spPr>
          <a:xfrm>
            <a:off x="6057454" y="1051173"/>
            <a:ext cx="2714327" cy="3599855"/>
          </a:xfrm>
          <a:prstGeom prst="rect">
            <a:avLst/>
          </a:prstGeom>
          <a:solidFill>
            <a:srgbClr val="111111"/>
          </a:solidFill>
          <a:ln w="9525">
            <a:solidFill>
              <a:srgbClr val="C9A84C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2"/>
          <p:cNvSpPr/>
          <p:nvPr/>
        </p:nvSpPr>
        <p:spPr>
          <a:xfrm>
            <a:off x="6181279" y="1188839"/>
            <a:ext cx="271334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123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560" dirty="0"/>
          </a:p>
        </p:txBody>
      </p:sp>
      <p:sp>
        <p:nvSpPr>
          <p:cNvPr id="61" name="Text 53"/>
          <p:cNvSpPr/>
          <p:nvPr/>
        </p:nvSpPr>
        <p:spPr>
          <a:xfrm>
            <a:off x="6181279" y="1309390"/>
            <a:ext cx="2713345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kern="0" spc="118" dirty="0">
                <a:solidFill>
                  <a:srgbClr val="F5EDD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TYPOGRAPHY</a:t>
            </a:r>
            <a:endParaRPr lang="en-US" sz="840" dirty="0"/>
          </a:p>
        </p:txBody>
      </p:sp>
      <p:sp>
        <p:nvSpPr>
          <p:cNvPr id="62" name="Text 54"/>
          <p:cNvSpPr/>
          <p:nvPr/>
        </p:nvSpPr>
        <p:spPr>
          <a:xfrm>
            <a:off x="6181279" y="1526530"/>
            <a:ext cx="2466677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C9A84C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55"/>
          <p:cNvSpPr/>
          <p:nvPr/>
        </p:nvSpPr>
        <p:spPr>
          <a:xfrm>
            <a:off x="6181279" y="1605111"/>
            <a:ext cx="2466677" cy="650575"/>
          </a:xfrm>
          <a:prstGeom prst="rect">
            <a:avLst/>
          </a:prstGeom>
          <a:solidFill>
            <a:srgbClr val="080808"/>
          </a:solidFill>
          <a:ln w="9525">
            <a:solidFill>
              <a:srgbClr val="C9A84C">
                <a:alpha val="18000"/>
              </a:srgbClr>
            </a:solidFill>
          </a:ln>
        </p:spPr>
        <p:txBody>
          <a:bodyPr wrap="square" lIns="86360" tIns="71120" rIns="86360" bIns="71120" rtlCol="0" anchor="t"/>
          <a:lstStyle/>
          <a:p>
            <a:pPr marL="0" indent="0" algn="l">
              <a:buNone/>
            </a:pPr>
            <a:r>
              <a:rPr lang="en-US" sz="450" kern="0" spc="81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FONT · CALIBRI LIGHT</a:t>
            </a:r>
            <a:endParaRPr lang="en-US" sz="450" dirty="0"/>
          </a:p>
          <a:p>
            <a:pPr marL="0" indent="0" algn="l">
              <a:buNone/>
            </a:pPr>
            <a:r>
              <a:rPr lang="en-US" sz="840" kern="0" spc="151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SELF MADE</a:t>
            </a:r>
            <a:br/>
            <a:r>
              <a:rPr lang="en-US" sz="840" kern="0" spc="151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LEGENDS</a:t>
            </a:r>
            <a:endParaRPr lang="en-US" sz="450" dirty="0"/>
          </a:p>
          <a:p>
            <a:pPr marL="0" indent="0" algn="l">
              <a:buNone/>
            </a:pPr>
            <a:r>
              <a:rPr lang="en-US" sz="450" kern="0" spc="27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300 · Tracked +220</a:t>
            </a:r>
            <a:endParaRPr lang="en-US" sz="450" dirty="0"/>
          </a:p>
        </p:txBody>
      </p:sp>
      <p:sp>
        <p:nvSpPr>
          <p:cNvPr id="64" name="Text 56"/>
          <p:cNvSpPr/>
          <p:nvPr/>
        </p:nvSpPr>
        <p:spPr>
          <a:xfrm>
            <a:off x="6181279" y="2307729"/>
            <a:ext cx="2466677" cy="660080"/>
          </a:xfrm>
          <a:prstGeom prst="rect">
            <a:avLst/>
          </a:prstGeom>
          <a:solidFill>
            <a:srgbClr val="080808"/>
          </a:solidFill>
          <a:ln w="9525">
            <a:solidFill>
              <a:srgbClr val="C9A84C">
                <a:alpha val="18000"/>
              </a:srgbClr>
            </a:solidFill>
          </a:ln>
        </p:spPr>
        <p:txBody>
          <a:bodyPr wrap="square" lIns="86360" tIns="71120" rIns="86360" bIns="71120" rtlCol="0" anchor="t"/>
          <a:lstStyle/>
          <a:p>
            <a:pPr marL="0" indent="0" algn="l">
              <a:buNone/>
            </a:pPr>
            <a:r>
              <a:rPr lang="en-US" sz="450" kern="0" spc="81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FONT · CALIBRI</a:t>
            </a:r>
            <a:endParaRPr lang="en-US" sz="450" dirty="0"/>
          </a:p>
          <a:p>
            <a:pPr marL="0" indent="0" algn="l">
              <a:buNone/>
            </a:pPr>
            <a:r>
              <a:rPr lang="en-US" sz="62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Excellence is earned, not inherited. Every stitch, every silhouette — a declaration of self-sovereignty.</a:t>
            </a:r>
            <a:endParaRPr lang="en-US" sz="450" dirty="0"/>
          </a:p>
          <a:p>
            <a:pPr marL="0" indent="0" algn="l">
              <a:buNone/>
            </a:pPr>
            <a:endParaRPr lang="en-US" sz="450" dirty="0"/>
          </a:p>
          <a:p>
            <a:pPr marL="0" indent="0" algn="l">
              <a:buNone/>
            </a:pPr>
            <a:r>
              <a:rPr lang="en-US" sz="450" kern="0" spc="27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400 · 18–12.4pt body</a:t>
            </a:r>
            <a:endParaRPr lang="en-US" sz="450" dirty="0"/>
          </a:p>
        </p:txBody>
      </p:sp>
      <p:sp>
        <p:nvSpPr>
          <p:cNvPr id="65" name="Text 57"/>
          <p:cNvSpPr/>
          <p:nvPr/>
        </p:nvSpPr>
        <p:spPr>
          <a:xfrm>
            <a:off x="6181279" y="3019574"/>
            <a:ext cx="2713345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kern="0" spc="81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HIERARCHY</a:t>
            </a:r>
            <a:endParaRPr lang="en-US" sz="450" dirty="0"/>
          </a:p>
        </p:txBody>
      </p:sp>
      <p:sp>
        <p:nvSpPr>
          <p:cNvPr id="66" name="Text 58"/>
          <p:cNvSpPr/>
          <p:nvPr/>
        </p:nvSpPr>
        <p:spPr>
          <a:xfrm>
            <a:off x="6181279" y="3376761"/>
            <a:ext cx="2466677" cy="9525"/>
          </a:xfrm>
          <a:prstGeom prst="rect">
            <a:avLst/>
          </a:prstGeom>
          <a:solidFill>
            <a:srgbClr val="C9A84C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59"/>
          <p:cNvSpPr/>
          <p:nvPr/>
        </p:nvSpPr>
        <p:spPr>
          <a:xfrm>
            <a:off x="6181279" y="3207097"/>
            <a:ext cx="518145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kern="0" spc="61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510" dirty="0"/>
          </a:p>
        </p:txBody>
      </p:sp>
      <p:sp>
        <p:nvSpPr>
          <p:cNvPr id="68" name="Text 60"/>
          <p:cNvSpPr/>
          <p:nvPr/>
        </p:nvSpPr>
        <p:spPr>
          <a:xfrm>
            <a:off x="6652320" y="3169890"/>
            <a:ext cx="196780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kern="0" spc="108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SML</a:t>
            </a:r>
            <a:endParaRPr lang="en-US" sz="900" dirty="0"/>
          </a:p>
        </p:txBody>
      </p:sp>
      <p:sp>
        <p:nvSpPr>
          <p:cNvPr id="69" name="Text 61"/>
          <p:cNvSpPr/>
          <p:nvPr/>
        </p:nvSpPr>
        <p:spPr>
          <a:xfrm>
            <a:off x="8441234" y="3212753"/>
            <a:ext cx="227394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34–27pt</a:t>
            </a:r>
            <a:endParaRPr lang="en-US" sz="450" dirty="0"/>
          </a:p>
        </p:txBody>
      </p:sp>
      <p:sp>
        <p:nvSpPr>
          <p:cNvPr id="70" name="Text 62"/>
          <p:cNvSpPr/>
          <p:nvPr/>
        </p:nvSpPr>
        <p:spPr>
          <a:xfrm>
            <a:off x="6181279" y="3586609"/>
            <a:ext cx="2466677" cy="9525"/>
          </a:xfrm>
          <a:prstGeom prst="rect">
            <a:avLst/>
          </a:prstGeom>
          <a:solidFill>
            <a:srgbClr val="C9A84C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3"/>
          <p:cNvSpPr/>
          <p:nvPr/>
        </p:nvSpPr>
        <p:spPr>
          <a:xfrm>
            <a:off x="6181279" y="3437930"/>
            <a:ext cx="518145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kern="0" spc="61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SUBHEAD</a:t>
            </a:r>
            <a:endParaRPr lang="en-US" sz="510" dirty="0"/>
          </a:p>
        </p:txBody>
      </p:sp>
      <p:sp>
        <p:nvSpPr>
          <p:cNvPr id="72" name="Text 64"/>
          <p:cNvSpPr/>
          <p:nvPr/>
        </p:nvSpPr>
        <p:spPr>
          <a:xfrm>
            <a:off x="6652320" y="3421707"/>
            <a:ext cx="196780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kern="0" spc="82" dirty="0">
                <a:solidFill>
                  <a:srgbClr val="F5EDD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LEGEND</a:t>
            </a:r>
            <a:endParaRPr lang="en-US" sz="680" dirty="0"/>
          </a:p>
        </p:txBody>
      </p:sp>
      <p:sp>
        <p:nvSpPr>
          <p:cNvPr id="73" name="Text 65"/>
          <p:cNvSpPr/>
          <p:nvPr/>
        </p:nvSpPr>
        <p:spPr>
          <a:xfrm>
            <a:off x="8441234" y="3443585"/>
            <a:ext cx="227394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24–18pt</a:t>
            </a:r>
            <a:endParaRPr lang="en-US" sz="450" dirty="0"/>
          </a:p>
        </p:txBody>
      </p:sp>
      <p:sp>
        <p:nvSpPr>
          <p:cNvPr id="74" name="Text 66"/>
          <p:cNvSpPr/>
          <p:nvPr/>
        </p:nvSpPr>
        <p:spPr>
          <a:xfrm>
            <a:off x="6181279" y="3784997"/>
            <a:ext cx="2466677" cy="9525"/>
          </a:xfrm>
          <a:prstGeom prst="rect">
            <a:avLst/>
          </a:prstGeom>
          <a:solidFill>
            <a:srgbClr val="C9A84C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67"/>
          <p:cNvSpPr/>
          <p:nvPr/>
        </p:nvSpPr>
        <p:spPr>
          <a:xfrm>
            <a:off x="6181279" y="3641973"/>
            <a:ext cx="518145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kern="0" spc="61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510" dirty="0"/>
          </a:p>
        </p:txBody>
      </p:sp>
      <p:sp>
        <p:nvSpPr>
          <p:cNvPr id="76" name="Text 68"/>
          <p:cNvSpPr/>
          <p:nvPr/>
        </p:nvSpPr>
        <p:spPr>
          <a:xfrm>
            <a:off x="6652320" y="3631555"/>
            <a:ext cx="191541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Grind-built quality.</a:t>
            </a:r>
            <a:endParaRPr lang="en-US" sz="620" dirty="0"/>
          </a:p>
        </p:txBody>
      </p:sp>
      <p:sp>
        <p:nvSpPr>
          <p:cNvPr id="77" name="Text 69"/>
          <p:cNvSpPr/>
          <p:nvPr/>
        </p:nvSpPr>
        <p:spPr>
          <a:xfrm>
            <a:off x="8393609" y="3647629"/>
            <a:ext cx="27978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18–12.4pt</a:t>
            </a:r>
            <a:endParaRPr lang="en-US" sz="450" dirty="0"/>
          </a:p>
        </p:txBody>
      </p:sp>
      <p:sp>
        <p:nvSpPr>
          <p:cNvPr id="78" name="Text 70"/>
          <p:cNvSpPr/>
          <p:nvPr/>
        </p:nvSpPr>
        <p:spPr>
          <a:xfrm>
            <a:off x="6181279" y="3829943"/>
            <a:ext cx="518145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kern="0" spc="61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</a:t>
            </a:r>
            <a:endParaRPr lang="en-US" sz="510" dirty="0"/>
          </a:p>
        </p:txBody>
      </p:sp>
      <p:sp>
        <p:nvSpPr>
          <p:cNvPr id="79" name="Text 71"/>
          <p:cNvSpPr/>
          <p:nvPr/>
        </p:nvSpPr>
        <p:spPr>
          <a:xfrm>
            <a:off x="6652320" y="3829943"/>
            <a:ext cx="2002840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kern="0" spc="41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2026 · SML</a:t>
            </a:r>
            <a:endParaRPr lang="en-US" sz="510" dirty="0"/>
          </a:p>
        </p:txBody>
      </p:sp>
      <p:sp>
        <p:nvSpPr>
          <p:cNvPr id="80" name="Text 72"/>
          <p:cNvSpPr/>
          <p:nvPr/>
        </p:nvSpPr>
        <p:spPr>
          <a:xfrm>
            <a:off x="8473083" y="3835598"/>
            <a:ext cx="192360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14–9pt</a:t>
            </a:r>
            <a:endParaRPr lang="en-US" sz="450" dirty="0"/>
          </a:p>
        </p:txBody>
      </p:sp>
      <p:pic>
        <p:nvPicPr>
          <p:cNvPr id="81" name="Image 6" descr="preencoded.png"/>
          <p:cNvPicPr>
            <a:picLocks noChangeAspect="1"/>
          </p:cNvPicPr>
          <p:nvPr/>
        </p:nvPicPr>
        <p:blipFill>
          <a:blip>
            <a:alphaModFix amt="45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26945" y="4405759"/>
            <a:ext cx="375196" cy="107603"/>
          </a:xfrm>
          <a:prstGeom prst="rect">
            <a:avLst/>
          </a:prstGeom>
        </p:spPr>
      </p:pic>
      <p:sp>
        <p:nvSpPr>
          <p:cNvPr id="82" name="Text 73"/>
          <p:cNvSpPr/>
          <p:nvPr/>
        </p:nvSpPr>
        <p:spPr>
          <a:xfrm>
            <a:off x="400050" y="4751338"/>
            <a:ext cx="8371880" cy="9525"/>
          </a:xfrm>
          <a:prstGeom prst="rect">
            <a:avLst/>
          </a:prstGeom>
          <a:solidFill>
            <a:srgbClr val="C9A84C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3" name="Text 74"/>
          <p:cNvSpPr/>
          <p:nvPr/>
        </p:nvSpPr>
        <p:spPr>
          <a:xfrm>
            <a:off x="400050" y="4831854"/>
            <a:ext cx="2221394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kern="0" spc="92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MADE LEGENDS · BRAND STANDARDS 2026</a:t>
            </a:r>
            <a:endParaRPr lang="en-US" sz="510" dirty="0"/>
          </a:p>
        </p:txBody>
      </p:sp>
      <p:sp>
        <p:nvSpPr>
          <p:cNvPr id="84" name="Text 75"/>
          <p:cNvSpPr/>
          <p:nvPr/>
        </p:nvSpPr>
        <p:spPr>
          <a:xfrm>
            <a:off x="4367064" y="4876502"/>
            <a:ext cx="214610" cy="7590"/>
          </a:xfrm>
          <a:prstGeom prst="rect">
            <a:avLst/>
          </a:prstGeom>
          <a:solidFill>
            <a:srgbClr val="C9A84C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5" name="Text 76"/>
          <p:cNvSpPr/>
          <p:nvPr/>
        </p:nvSpPr>
        <p:spPr>
          <a:xfrm>
            <a:off x="4638824" y="4831854"/>
            <a:ext cx="431215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kern="0" spc="82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EST. 2026</a:t>
            </a:r>
            <a:endParaRPr lang="en-US" sz="510" dirty="0"/>
          </a:p>
        </p:txBody>
      </p:sp>
      <p:sp>
        <p:nvSpPr>
          <p:cNvPr id="86" name="Text 77"/>
          <p:cNvSpPr/>
          <p:nvPr/>
        </p:nvSpPr>
        <p:spPr>
          <a:xfrm>
            <a:off x="5087987" y="4876502"/>
            <a:ext cx="214610" cy="7590"/>
          </a:xfrm>
          <a:prstGeom prst="rect">
            <a:avLst/>
          </a:prstGeom>
          <a:solidFill>
            <a:srgbClr val="C9A84C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7" name="Text 78"/>
          <p:cNvSpPr/>
          <p:nvPr/>
        </p:nvSpPr>
        <p:spPr>
          <a:xfrm>
            <a:off x="7250162" y="4831854"/>
            <a:ext cx="1673944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kern="0" spc="71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USE ONLY</a:t>
            </a:r>
            <a:endParaRPr lang="en-US" sz="51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143375" cy="5143500"/>
          </a:xfrm>
          <a:prstGeom prst="rect">
            <a:avLst/>
          </a:prstGeom>
          <a:solidFill>
            <a:srgbClr val="08080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33850" y="0"/>
            <a:ext cx="9525" cy="5143500"/>
          </a:xfrm>
          <a:prstGeom prst="rect">
            <a:avLst/>
          </a:prstGeom>
          <a:solidFill>
            <a:srgbClr val="C9A84C">
              <a:alpha val="1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2900" y="271760"/>
            <a:ext cx="385572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174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SELF MADE LEGENDS · 2026 COLLECTION</a:t>
            </a:r>
            <a:endParaRPr lang="en-US" sz="620" dirty="0"/>
          </a:p>
        </p:txBody>
      </p:sp>
      <p:sp>
        <p:nvSpPr>
          <p:cNvPr id="5" name="Text 3"/>
          <p:cNvSpPr/>
          <p:nvPr/>
        </p:nvSpPr>
        <p:spPr>
          <a:xfrm>
            <a:off x="342900" y="432941"/>
            <a:ext cx="3750564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0"/>
              </a:lnSpc>
              <a:buNone/>
            </a:pPr>
            <a:r>
              <a:rPr lang="en-US" sz="1460" kern="0" spc="263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SIZE GUIDE</a:t>
            </a:r>
            <a:endParaRPr lang="en-US" sz="1460" dirty="0"/>
          </a:p>
        </p:txBody>
      </p:sp>
      <p:sp>
        <p:nvSpPr>
          <p:cNvPr id="6" name="Text 4"/>
          <p:cNvSpPr/>
          <p:nvPr/>
        </p:nvSpPr>
        <p:spPr>
          <a:xfrm>
            <a:off x="342900" y="647551"/>
            <a:ext cx="3505200" cy="7590"/>
          </a:xfrm>
          <a:prstGeom prst="rect">
            <a:avLst/>
          </a:prstGeom>
          <a:gradFill rotWithShape="1">
            <a:gsLst>
              <a:gs pos="0">
                <a:srgbClr val="C9A84C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42900" y="899815"/>
            <a:ext cx="2262039" cy="9525"/>
          </a:xfrm>
          <a:prstGeom prst="rect">
            <a:avLst/>
          </a:prstGeom>
          <a:solidFill>
            <a:srgbClr val="C9A84C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2900" y="769441"/>
            <a:ext cx="329264" cy="146893"/>
          </a:xfrm>
          <a:prstGeom prst="rect">
            <a:avLst/>
          </a:prstGeom>
          <a:noFill/>
          <a:ln/>
        </p:spPr>
        <p:txBody>
          <a:bodyPr wrap="square" lIns="0" tIns="0" rIns="0" bIns="49530" rtlCol="0" anchor="t"/>
          <a:lstStyle/>
          <a:p>
            <a:pPr marL="0" indent="0" algn="l">
              <a:lnSpc>
                <a:spcPts val="620"/>
              </a:lnSpc>
              <a:buNone/>
            </a:pPr>
            <a:r>
              <a:rPr lang="en-US" sz="620" kern="0" spc="87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SIZE</a:t>
            </a:r>
            <a:endParaRPr lang="en-US" sz="620" dirty="0"/>
          </a:p>
        </p:txBody>
      </p:sp>
      <p:sp>
        <p:nvSpPr>
          <p:cNvPr id="9" name="Text 7"/>
          <p:cNvSpPr/>
          <p:nvPr/>
        </p:nvSpPr>
        <p:spPr>
          <a:xfrm>
            <a:off x="660965" y="769441"/>
            <a:ext cx="483802" cy="146893"/>
          </a:xfrm>
          <a:prstGeom prst="rect">
            <a:avLst/>
          </a:prstGeom>
          <a:noFill/>
          <a:ln/>
        </p:spPr>
        <p:txBody>
          <a:bodyPr wrap="square" lIns="0" tIns="0" rIns="0" bIns="49530" rtlCol="0" anchor="t"/>
          <a:lstStyle/>
          <a:p>
            <a:pPr marL="0" indent="0" algn="ctr">
              <a:lnSpc>
                <a:spcPts val="620"/>
              </a:lnSpc>
              <a:buNone/>
            </a:pPr>
            <a:r>
              <a:rPr lang="en-US" sz="620" kern="0" spc="87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CHEST</a:t>
            </a:r>
            <a:endParaRPr lang="en-US" sz="620" dirty="0"/>
          </a:p>
        </p:txBody>
      </p:sp>
      <p:sp>
        <p:nvSpPr>
          <p:cNvPr id="10" name="Text 8"/>
          <p:cNvSpPr/>
          <p:nvPr/>
        </p:nvSpPr>
        <p:spPr>
          <a:xfrm>
            <a:off x="1135411" y="769441"/>
            <a:ext cx="470443" cy="146893"/>
          </a:xfrm>
          <a:prstGeom prst="rect">
            <a:avLst/>
          </a:prstGeom>
          <a:noFill/>
          <a:ln/>
        </p:spPr>
        <p:txBody>
          <a:bodyPr wrap="square" lIns="0" tIns="0" rIns="0" bIns="49530" rtlCol="0" anchor="t"/>
          <a:lstStyle/>
          <a:p>
            <a:pPr marL="0" indent="0" algn="ctr">
              <a:lnSpc>
                <a:spcPts val="620"/>
              </a:lnSpc>
              <a:buNone/>
            </a:pPr>
            <a:r>
              <a:rPr lang="en-US" sz="620" kern="0" spc="87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WAIST</a:t>
            </a:r>
            <a:endParaRPr lang="en-US" sz="620" dirty="0"/>
          </a:p>
        </p:txBody>
      </p:sp>
      <p:sp>
        <p:nvSpPr>
          <p:cNvPr id="11" name="Text 9"/>
          <p:cNvSpPr/>
          <p:nvPr/>
        </p:nvSpPr>
        <p:spPr>
          <a:xfrm>
            <a:off x="1596630" y="769441"/>
            <a:ext cx="470443" cy="146893"/>
          </a:xfrm>
          <a:prstGeom prst="rect">
            <a:avLst/>
          </a:prstGeom>
          <a:noFill/>
          <a:ln/>
        </p:spPr>
        <p:txBody>
          <a:bodyPr wrap="square" lIns="0" tIns="0" rIns="0" bIns="49530" rtlCol="0" anchor="t"/>
          <a:lstStyle/>
          <a:p>
            <a:pPr marL="0" indent="0" algn="ctr">
              <a:lnSpc>
                <a:spcPts val="620"/>
              </a:lnSpc>
              <a:buNone/>
            </a:pPr>
            <a:r>
              <a:rPr lang="en-US" sz="620" kern="0" spc="87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HIP</a:t>
            </a:r>
            <a:endParaRPr lang="en-US" sz="620" dirty="0"/>
          </a:p>
        </p:txBody>
      </p:sp>
      <p:sp>
        <p:nvSpPr>
          <p:cNvPr id="12" name="Text 10"/>
          <p:cNvSpPr/>
          <p:nvPr/>
        </p:nvSpPr>
        <p:spPr>
          <a:xfrm>
            <a:off x="2057035" y="769441"/>
            <a:ext cx="553328" cy="146893"/>
          </a:xfrm>
          <a:prstGeom prst="rect">
            <a:avLst/>
          </a:prstGeom>
          <a:noFill/>
          <a:ln/>
        </p:spPr>
        <p:txBody>
          <a:bodyPr wrap="square" lIns="0" tIns="0" rIns="0" bIns="49530" rtlCol="0" anchor="t"/>
          <a:lstStyle/>
          <a:p>
            <a:pPr marL="0" indent="0" algn="ctr">
              <a:lnSpc>
                <a:spcPts val="620"/>
              </a:lnSpc>
              <a:buNone/>
            </a:pPr>
            <a:r>
              <a:rPr lang="en-US" sz="620" kern="0" spc="87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INSEAM</a:t>
            </a:r>
            <a:endParaRPr lang="en-US" sz="620" dirty="0"/>
          </a:p>
        </p:txBody>
      </p:sp>
      <p:sp>
        <p:nvSpPr>
          <p:cNvPr id="13" name="Text 11"/>
          <p:cNvSpPr/>
          <p:nvPr/>
        </p:nvSpPr>
        <p:spPr>
          <a:xfrm>
            <a:off x="342900" y="1092696"/>
            <a:ext cx="2262039" cy="9525"/>
          </a:xfrm>
          <a:prstGeom prst="rect">
            <a:avLst/>
          </a:prstGeom>
          <a:solidFill>
            <a:srgbClr val="C9A84C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2900" y="909340"/>
            <a:ext cx="329264" cy="202525"/>
          </a:xfrm>
          <a:prstGeom prst="rect">
            <a:avLst/>
          </a:prstGeom>
          <a:noFill/>
          <a:ln/>
        </p:spPr>
        <p:txBody>
          <a:bodyPr wrap="square" lIns="0" tIns="39370" rIns="0" bIns="39370" rtlCol="0" anchor="t"/>
          <a:lstStyle/>
          <a:p>
            <a:pPr marL="0" indent="0" algn="l">
              <a:lnSpc>
                <a:spcPts val="680"/>
              </a:lnSpc>
              <a:buNone/>
            </a:pPr>
            <a:r>
              <a:rPr lang="en-US" sz="680" b="1" kern="0" spc="109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XS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660965" y="909340"/>
            <a:ext cx="483802" cy="202525"/>
          </a:xfrm>
          <a:prstGeom prst="rect">
            <a:avLst/>
          </a:prstGeom>
          <a:noFill/>
          <a:ln/>
        </p:spPr>
        <p:txBody>
          <a:bodyPr wrap="square" lIns="0" tIns="39370" rIns="0" bIns="39370" rtlCol="0" anchor="t"/>
          <a:lstStyle/>
          <a:p>
            <a:pPr marL="0" indent="0" algn="ctr">
              <a:lnSpc>
                <a:spcPts val="730"/>
              </a:lnSpc>
              <a:buNone/>
            </a:pPr>
            <a:r>
              <a:rPr lang="en-US" sz="730" kern="0" spc="29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34–35"</a:t>
            </a:r>
            <a:endParaRPr lang="en-US" sz="730" dirty="0"/>
          </a:p>
        </p:txBody>
      </p:sp>
      <p:sp>
        <p:nvSpPr>
          <p:cNvPr id="16" name="Text 14"/>
          <p:cNvSpPr/>
          <p:nvPr/>
        </p:nvSpPr>
        <p:spPr>
          <a:xfrm>
            <a:off x="1135411" y="909340"/>
            <a:ext cx="470443" cy="202525"/>
          </a:xfrm>
          <a:prstGeom prst="rect">
            <a:avLst/>
          </a:prstGeom>
          <a:noFill/>
          <a:ln/>
        </p:spPr>
        <p:txBody>
          <a:bodyPr wrap="square" lIns="0" tIns="39370" rIns="0" bIns="39370" rtlCol="0" anchor="t"/>
          <a:lstStyle/>
          <a:p>
            <a:pPr marL="0" indent="0" algn="ctr">
              <a:lnSpc>
                <a:spcPts val="730"/>
              </a:lnSpc>
              <a:buNone/>
            </a:pPr>
            <a:r>
              <a:rPr lang="en-US" sz="730" kern="0" spc="29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27–28"</a:t>
            </a:r>
            <a:endParaRPr lang="en-US" sz="730" dirty="0"/>
          </a:p>
        </p:txBody>
      </p:sp>
      <p:sp>
        <p:nvSpPr>
          <p:cNvPr id="17" name="Text 15"/>
          <p:cNvSpPr/>
          <p:nvPr/>
        </p:nvSpPr>
        <p:spPr>
          <a:xfrm>
            <a:off x="1596630" y="909340"/>
            <a:ext cx="470443" cy="202525"/>
          </a:xfrm>
          <a:prstGeom prst="rect">
            <a:avLst/>
          </a:prstGeom>
          <a:noFill/>
          <a:ln/>
        </p:spPr>
        <p:txBody>
          <a:bodyPr wrap="square" lIns="0" tIns="39370" rIns="0" bIns="39370" rtlCol="0" anchor="t"/>
          <a:lstStyle/>
          <a:p>
            <a:pPr marL="0" indent="0" algn="ctr">
              <a:lnSpc>
                <a:spcPts val="730"/>
              </a:lnSpc>
              <a:buNone/>
            </a:pPr>
            <a:r>
              <a:rPr lang="en-US" sz="730" kern="0" spc="29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35–36"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2057035" y="909340"/>
            <a:ext cx="553328" cy="202525"/>
          </a:xfrm>
          <a:prstGeom prst="rect">
            <a:avLst/>
          </a:prstGeom>
          <a:noFill/>
          <a:ln/>
        </p:spPr>
        <p:txBody>
          <a:bodyPr wrap="square" lIns="0" tIns="39370" rIns="0" bIns="39370" rtlCol="0" anchor="t"/>
          <a:lstStyle/>
          <a:p>
            <a:pPr marL="0" indent="0" algn="ctr">
              <a:lnSpc>
                <a:spcPts val="730"/>
              </a:lnSpc>
              <a:buNone/>
            </a:pPr>
            <a:r>
              <a:rPr lang="en-US" sz="730" kern="0" spc="29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29"</a:t>
            </a:r>
            <a:endParaRPr lang="en-US" sz="730" dirty="0"/>
          </a:p>
        </p:txBody>
      </p:sp>
      <p:sp>
        <p:nvSpPr>
          <p:cNvPr id="19" name="Text 17"/>
          <p:cNvSpPr/>
          <p:nvPr/>
        </p:nvSpPr>
        <p:spPr>
          <a:xfrm>
            <a:off x="342900" y="1285577"/>
            <a:ext cx="2262039" cy="9525"/>
          </a:xfrm>
          <a:prstGeom prst="rect">
            <a:avLst/>
          </a:prstGeom>
          <a:solidFill>
            <a:srgbClr val="C9A84C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42900" y="1102221"/>
            <a:ext cx="329264" cy="202525"/>
          </a:xfrm>
          <a:prstGeom prst="rect">
            <a:avLst/>
          </a:prstGeom>
          <a:noFill/>
          <a:ln/>
        </p:spPr>
        <p:txBody>
          <a:bodyPr wrap="square" lIns="0" tIns="39370" rIns="0" bIns="39370" rtlCol="0" anchor="t"/>
          <a:lstStyle/>
          <a:p>
            <a:pPr marL="0" indent="0" algn="l">
              <a:lnSpc>
                <a:spcPts val="680"/>
              </a:lnSpc>
              <a:buNone/>
            </a:pPr>
            <a:r>
              <a:rPr lang="en-US" sz="680" b="1" kern="0" spc="109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660965" y="1102221"/>
            <a:ext cx="483802" cy="202525"/>
          </a:xfrm>
          <a:prstGeom prst="rect">
            <a:avLst/>
          </a:prstGeom>
          <a:noFill/>
          <a:ln/>
        </p:spPr>
        <p:txBody>
          <a:bodyPr wrap="square" lIns="0" tIns="39370" rIns="0" bIns="39370" rtlCol="0" anchor="t"/>
          <a:lstStyle/>
          <a:p>
            <a:pPr marL="0" indent="0" algn="ctr">
              <a:lnSpc>
                <a:spcPts val="730"/>
              </a:lnSpc>
              <a:buNone/>
            </a:pPr>
            <a:r>
              <a:rPr lang="en-US" sz="730" kern="0" spc="29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36–37"</a:t>
            </a:r>
            <a:endParaRPr lang="en-US" sz="730" dirty="0"/>
          </a:p>
        </p:txBody>
      </p:sp>
      <p:sp>
        <p:nvSpPr>
          <p:cNvPr id="22" name="Text 20"/>
          <p:cNvSpPr/>
          <p:nvPr/>
        </p:nvSpPr>
        <p:spPr>
          <a:xfrm>
            <a:off x="1135411" y="1102221"/>
            <a:ext cx="470443" cy="202525"/>
          </a:xfrm>
          <a:prstGeom prst="rect">
            <a:avLst/>
          </a:prstGeom>
          <a:noFill/>
          <a:ln/>
        </p:spPr>
        <p:txBody>
          <a:bodyPr wrap="square" lIns="0" tIns="39370" rIns="0" bIns="39370" rtlCol="0" anchor="t"/>
          <a:lstStyle/>
          <a:p>
            <a:pPr marL="0" indent="0" algn="ctr">
              <a:lnSpc>
                <a:spcPts val="730"/>
              </a:lnSpc>
              <a:buNone/>
            </a:pPr>
            <a:r>
              <a:rPr lang="en-US" sz="730" kern="0" spc="29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29–30"</a:t>
            </a:r>
            <a:endParaRPr lang="en-US" sz="730" dirty="0"/>
          </a:p>
        </p:txBody>
      </p:sp>
      <p:sp>
        <p:nvSpPr>
          <p:cNvPr id="23" name="Text 21"/>
          <p:cNvSpPr/>
          <p:nvPr/>
        </p:nvSpPr>
        <p:spPr>
          <a:xfrm>
            <a:off x="1596630" y="1102221"/>
            <a:ext cx="470443" cy="202525"/>
          </a:xfrm>
          <a:prstGeom prst="rect">
            <a:avLst/>
          </a:prstGeom>
          <a:noFill/>
          <a:ln/>
        </p:spPr>
        <p:txBody>
          <a:bodyPr wrap="square" lIns="0" tIns="39370" rIns="0" bIns="39370" rtlCol="0" anchor="t"/>
          <a:lstStyle/>
          <a:p>
            <a:pPr marL="0" indent="0" algn="ctr">
              <a:lnSpc>
                <a:spcPts val="730"/>
              </a:lnSpc>
              <a:buNone/>
            </a:pPr>
            <a:r>
              <a:rPr lang="en-US" sz="730" kern="0" spc="29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37–38"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2057035" y="1102221"/>
            <a:ext cx="553328" cy="202525"/>
          </a:xfrm>
          <a:prstGeom prst="rect">
            <a:avLst/>
          </a:prstGeom>
          <a:noFill/>
          <a:ln/>
        </p:spPr>
        <p:txBody>
          <a:bodyPr wrap="square" lIns="0" tIns="39370" rIns="0" bIns="39370" rtlCol="0" anchor="t"/>
          <a:lstStyle/>
          <a:p>
            <a:pPr marL="0" indent="0" algn="ctr">
              <a:lnSpc>
                <a:spcPts val="730"/>
              </a:lnSpc>
              <a:buNone/>
            </a:pPr>
            <a:r>
              <a:rPr lang="en-US" sz="730" kern="0" spc="29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30"</a:t>
            </a:r>
            <a:endParaRPr lang="en-US" sz="730" dirty="0"/>
          </a:p>
        </p:txBody>
      </p:sp>
      <p:sp>
        <p:nvSpPr>
          <p:cNvPr id="25" name="Text 23"/>
          <p:cNvSpPr/>
          <p:nvPr/>
        </p:nvSpPr>
        <p:spPr>
          <a:xfrm>
            <a:off x="342900" y="1478459"/>
            <a:ext cx="2262039" cy="9525"/>
          </a:xfrm>
          <a:prstGeom prst="rect">
            <a:avLst/>
          </a:prstGeom>
          <a:solidFill>
            <a:srgbClr val="C9A84C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42900" y="1295102"/>
            <a:ext cx="329264" cy="202525"/>
          </a:xfrm>
          <a:prstGeom prst="rect">
            <a:avLst/>
          </a:prstGeom>
          <a:noFill/>
          <a:ln/>
        </p:spPr>
        <p:txBody>
          <a:bodyPr wrap="square" lIns="0" tIns="39370" rIns="0" bIns="39370" rtlCol="0" anchor="t"/>
          <a:lstStyle/>
          <a:p>
            <a:pPr marL="0" indent="0" algn="l">
              <a:lnSpc>
                <a:spcPts val="680"/>
              </a:lnSpc>
              <a:buNone/>
            </a:pPr>
            <a:r>
              <a:rPr lang="en-US" sz="680" b="1" kern="0" spc="109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60965" y="1295102"/>
            <a:ext cx="483802" cy="202525"/>
          </a:xfrm>
          <a:prstGeom prst="rect">
            <a:avLst/>
          </a:prstGeom>
          <a:noFill/>
          <a:ln/>
        </p:spPr>
        <p:txBody>
          <a:bodyPr wrap="square" lIns="0" tIns="39370" rIns="0" bIns="39370" rtlCol="0" anchor="t"/>
          <a:lstStyle/>
          <a:p>
            <a:pPr marL="0" indent="0" algn="ctr">
              <a:lnSpc>
                <a:spcPts val="730"/>
              </a:lnSpc>
              <a:buNone/>
            </a:pPr>
            <a:r>
              <a:rPr lang="en-US" sz="730" kern="0" spc="29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38–40"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1135411" y="1295102"/>
            <a:ext cx="470443" cy="202525"/>
          </a:xfrm>
          <a:prstGeom prst="rect">
            <a:avLst/>
          </a:prstGeom>
          <a:noFill/>
          <a:ln/>
        </p:spPr>
        <p:txBody>
          <a:bodyPr wrap="square" lIns="0" tIns="39370" rIns="0" bIns="39370" rtlCol="0" anchor="t"/>
          <a:lstStyle/>
          <a:p>
            <a:pPr marL="0" indent="0" algn="ctr">
              <a:lnSpc>
                <a:spcPts val="730"/>
              </a:lnSpc>
              <a:buNone/>
            </a:pPr>
            <a:r>
              <a:rPr lang="en-US" sz="730" kern="0" spc="29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31–33"</a:t>
            </a:r>
            <a:endParaRPr lang="en-US" sz="730" dirty="0"/>
          </a:p>
        </p:txBody>
      </p:sp>
      <p:sp>
        <p:nvSpPr>
          <p:cNvPr id="29" name="Text 27"/>
          <p:cNvSpPr/>
          <p:nvPr/>
        </p:nvSpPr>
        <p:spPr>
          <a:xfrm>
            <a:off x="1596630" y="1295102"/>
            <a:ext cx="470443" cy="202525"/>
          </a:xfrm>
          <a:prstGeom prst="rect">
            <a:avLst/>
          </a:prstGeom>
          <a:noFill/>
          <a:ln/>
        </p:spPr>
        <p:txBody>
          <a:bodyPr wrap="square" lIns="0" tIns="39370" rIns="0" bIns="39370" rtlCol="0" anchor="t"/>
          <a:lstStyle/>
          <a:p>
            <a:pPr marL="0" indent="0" algn="ctr">
              <a:lnSpc>
                <a:spcPts val="730"/>
              </a:lnSpc>
              <a:buNone/>
            </a:pPr>
            <a:r>
              <a:rPr lang="en-US" sz="730" kern="0" spc="29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39–41"</a:t>
            </a:r>
            <a:endParaRPr lang="en-US" sz="730" dirty="0"/>
          </a:p>
        </p:txBody>
      </p:sp>
      <p:sp>
        <p:nvSpPr>
          <p:cNvPr id="30" name="Text 28"/>
          <p:cNvSpPr/>
          <p:nvPr/>
        </p:nvSpPr>
        <p:spPr>
          <a:xfrm>
            <a:off x="2057035" y="1295102"/>
            <a:ext cx="553328" cy="202525"/>
          </a:xfrm>
          <a:prstGeom prst="rect">
            <a:avLst/>
          </a:prstGeom>
          <a:noFill/>
          <a:ln/>
        </p:spPr>
        <p:txBody>
          <a:bodyPr wrap="square" lIns="0" tIns="39370" rIns="0" bIns="39370" rtlCol="0" anchor="t"/>
          <a:lstStyle/>
          <a:p>
            <a:pPr marL="0" indent="0" algn="ctr">
              <a:lnSpc>
                <a:spcPts val="730"/>
              </a:lnSpc>
              <a:buNone/>
            </a:pPr>
            <a:r>
              <a:rPr lang="en-US" sz="730" kern="0" spc="29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30.5"</a:t>
            </a:r>
            <a:endParaRPr lang="en-US" sz="730" dirty="0"/>
          </a:p>
        </p:txBody>
      </p:sp>
      <p:sp>
        <p:nvSpPr>
          <p:cNvPr id="31" name="Text 29"/>
          <p:cNvSpPr/>
          <p:nvPr/>
        </p:nvSpPr>
        <p:spPr>
          <a:xfrm>
            <a:off x="342900" y="1671340"/>
            <a:ext cx="2262039" cy="9525"/>
          </a:xfrm>
          <a:prstGeom prst="rect">
            <a:avLst/>
          </a:prstGeom>
          <a:solidFill>
            <a:srgbClr val="C9A84C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42900" y="1487984"/>
            <a:ext cx="329264" cy="202525"/>
          </a:xfrm>
          <a:prstGeom prst="rect">
            <a:avLst/>
          </a:prstGeom>
          <a:noFill/>
          <a:ln/>
        </p:spPr>
        <p:txBody>
          <a:bodyPr wrap="square" lIns="0" tIns="39370" rIns="0" bIns="39370" rtlCol="0" anchor="t"/>
          <a:lstStyle/>
          <a:p>
            <a:pPr marL="0" indent="0" algn="l">
              <a:lnSpc>
                <a:spcPts val="680"/>
              </a:lnSpc>
              <a:buNone/>
            </a:pPr>
            <a:r>
              <a:rPr lang="en-US" sz="680" b="1" kern="0" spc="109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660965" y="1487984"/>
            <a:ext cx="483802" cy="202525"/>
          </a:xfrm>
          <a:prstGeom prst="rect">
            <a:avLst/>
          </a:prstGeom>
          <a:noFill/>
          <a:ln/>
        </p:spPr>
        <p:txBody>
          <a:bodyPr wrap="square" lIns="0" tIns="39370" rIns="0" bIns="39370" rtlCol="0" anchor="t"/>
          <a:lstStyle/>
          <a:p>
            <a:pPr marL="0" indent="0" algn="ctr">
              <a:lnSpc>
                <a:spcPts val="730"/>
              </a:lnSpc>
              <a:buNone/>
            </a:pPr>
            <a:r>
              <a:rPr lang="en-US" sz="730" kern="0" spc="29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41–43"</a:t>
            </a:r>
            <a:endParaRPr lang="en-US" sz="730" dirty="0"/>
          </a:p>
        </p:txBody>
      </p:sp>
      <p:sp>
        <p:nvSpPr>
          <p:cNvPr id="34" name="Text 32"/>
          <p:cNvSpPr/>
          <p:nvPr/>
        </p:nvSpPr>
        <p:spPr>
          <a:xfrm>
            <a:off x="1135411" y="1487984"/>
            <a:ext cx="470443" cy="202525"/>
          </a:xfrm>
          <a:prstGeom prst="rect">
            <a:avLst/>
          </a:prstGeom>
          <a:noFill/>
          <a:ln/>
        </p:spPr>
        <p:txBody>
          <a:bodyPr wrap="square" lIns="0" tIns="39370" rIns="0" bIns="39370" rtlCol="0" anchor="t"/>
          <a:lstStyle/>
          <a:p>
            <a:pPr marL="0" indent="0" algn="ctr">
              <a:lnSpc>
                <a:spcPts val="730"/>
              </a:lnSpc>
              <a:buNone/>
            </a:pPr>
            <a:r>
              <a:rPr lang="en-US" sz="730" kern="0" spc="29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34–36"</a:t>
            </a:r>
            <a:endParaRPr lang="en-US" sz="730" dirty="0"/>
          </a:p>
        </p:txBody>
      </p:sp>
      <p:sp>
        <p:nvSpPr>
          <p:cNvPr id="35" name="Text 33"/>
          <p:cNvSpPr/>
          <p:nvPr/>
        </p:nvSpPr>
        <p:spPr>
          <a:xfrm>
            <a:off x="1596630" y="1487984"/>
            <a:ext cx="470443" cy="202525"/>
          </a:xfrm>
          <a:prstGeom prst="rect">
            <a:avLst/>
          </a:prstGeom>
          <a:noFill/>
          <a:ln/>
        </p:spPr>
        <p:txBody>
          <a:bodyPr wrap="square" lIns="0" tIns="39370" rIns="0" bIns="39370" rtlCol="0" anchor="t"/>
          <a:lstStyle/>
          <a:p>
            <a:pPr marL="0" indent="0" algn="ctr">
              <a:lnSpc>
                <a:spcPts val="730"/>
              </a:lnSpc>
              <a:buNone/>
            </a:pPr>
            <a:r>
              <a:rPr lang="en-US" sz="730" kern="0" spc="29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42–44"</a:t>
            </a:r>
            <a:endParaRPr lang="en-US" sz="730" dirty="0"/>
          </a:p>
        </p:txBody>
      </p:sp>
      <p:sp>
        <p:nvSpPr>
          <p:cNvPr id="36" name="Text 34"/>
          <p:cNvSpPr/>
          <p:nvPr/>
        </p:nvSpPr>
        <p:spPr>
          <a:xfrm>
            <a:off x="2057035" y="1487984"/>
            <a:ext cx="553328" cy="202525"/>
          </a:xfrm>
          <a:prstGeom prst="rect">
            <a:avLst/>
          </a:prstGeom>
          <a:noFill/>
          <a:ln/>
        </p:spPr>
        <p:txBody>
          <a:bodyPr wrap="square" lIns="0" tIns="39370" rIns="0" bIns="39370" rtlCol="0" anchor="t"/>
          <a:lstStyle/>
          <a:p>
            <a:pPr marL="0" indent="0" algn="ctr">
              <a:lnSpc>
                <a:spcPts val="730"/>
              </a:lnSpc>
              <a:buNone/>
            </a:pPr>
            <a:r>
              <a:rPr lang="en-US" sz="730" kern="0" spc="29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31"</a:t>
            </a:r>
            <a:endParaRPr lang="en-US" sz="730" dirty="0"/>
          </a:p>
        </p:txBody>
      </p:sp>
      <p:sp>
        <p:nvSpPr>
          <p:cNvPr id="37" name="Text 35"/>
          <p:cNvSpPr/>
          <p:nvPr/>
        </p:nvSpPr>
        <p:spPr>
          <a:xfrm>
            <a:off x="342900" y="1864221"/>
            <a:ext cx="2262039" cy="9525"/>
          </a:xfrm>
          <a:prstGeom prst="rect">
            <a:avLst/>
          </a:prstGeom>
          <a:solidFill>
            <a:srgbClr val="C9A84C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42900" y="1680865"/>
            <a:ext cx="329264" cy="202525"/>
          </a:xfrm>
          <a:prstGeom prst="rect">
            <a:avLst/>
          </a:prstGeom>
          <a:noFill/>
          <a:ln/>
        </p:spPr>
        <p:txBody>
          <a:bodyPr wrap="square" lIns="0" tIns="39370" rIns="0" bIns="39370" rtlCol="0" anchor="t"/>
          <a:lstStyle/>
          <a:p>
            <a:pPr marL="0" indent="0" algn="l">
              <a:lnSpc>
                <a:spcPts val="680"/>
              </a:lnSpc>
              <a:buNone/>
            </a:pPr>
            <a:r>
              <a:rPr lang="en-US" sz="680" b="1" kern="0" spc="109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XL</a:t>
            </a:r>
            <a:endParaRPr lang="en-US" sz="680" dirty="0"/>
          </a:p>
        </p:txBody>
      </p:sp>
      <p:sp>
        <p:nvSpPr>
          <p:cNvPr id="39" name="Text 37"/>
          <p:cNvSpPr/>
          <p:nvPr/>
        </p:nvSpPr>
        <p:spPr>
          <a:xfrm>
            <a:off x="660965" y="1680865"/>
            <a:ext cx="483802" cy="202525"/>
          </a:xfrm>
          <a:prstGeom prst="rect">
            <a:avLst/>
          </a:prstGeom>
          <a:noFill/>
          <a:ln/>
        </p:spPr>
        <p:txBody>
          <a:bodyPr wrap="square" lIns="0" tIns="39370" rIns="0" bIns="39370" rtlCol="0" anchor="t"/>
          <a:lstStyle/>
          <a:p>
            <a:pPr marL="0" indent="0" algn="ctr">
              <a:lnSpc>
                <a:spcPts val="730"/>
              </a:lnSpc>
              <a:buNone/>
            </a:pPr>
            <a:r>
              <a:rPr lang="en-US" sz="730" kern="0" spc="29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44–46"</a:t>
            </a:r>
            <a:endParaRPr lang="en-US" sz="730" dirty="0"/>
          </a:p>
        </p:txBody>
      </p:sp>
      <p:sp>
        <p:nvSpPr>
          <p:cNvPr id="40" name="Text 38"/>
          <p:cNvSpPr/>
          <p:nvPr/>
        </p:nvSpPr>
        <p:spPr>
          <a:xfrm>
            <a:off x="1135411" y="1680865"/>
            <a:ext cx="470443" cy="202525"/>
          </a:xfrm>
          <a:prstGeom prst="rect">
            <a:avLst/>
          </a:prstGeom>
          <a:noFill/>
          <a:ln/>
        </p:spPr>
        <p:txBody>
          <a:bodyPr wrap="square" lIns="0" tIns="39370" rIns="0" bIns="39370" rtlCol="0" anchor="t"/>
          <a:lstStyle/>
          <a:p>
            <a:pPr marL="0" indent="0" algn="ctr">
              <a:lnSpc>
                <a:spcPts val="730"/>
              </a:lnSpc>
              <a:buNone/>
            </a:pPr>
            <a:r>
              <a:rPr lang="en-US" sz="730" kern="0" spc="29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37–39"</a:t>
            </a:r>
            <a:endParaRPr lang="en-US" sz="730" dirty="0"/>
          </a:p>
        </p:txBody>
      </p:sp>
      <p:sp>
        <p:nvSpPr>
          <p:cNvPr id="41" name="Text 39"/>
          <p:cNvSpPr/>
          <p:nvPr/>
        </p:nvSpPr>
        <p:spPr>
          <a:xfrm>
            <a:off x="1596630" y="1680865"/>
            <a:ext cx="470443" cy="202525"/>
          </a:xfrm>
          <a:prstGeom prst="rect">
            <a:avLst/>
          </a:prstGeom>
          <a:noFill/>
          <a:ln/>
        </p:spPr>
        <p:txBody>
          <a:bodyPr wrap="square" lIns="0" tIns="39370" rIns="0" bIns="39370" rtlCol="0" anchor="t"/>
          <a:lstStyle/>
          <a:p>
            <a:pPr marL="0" indent="0" algn="ctr">
              <a:lnSpc>
                <a:spcPts val="730"/>
              </a:lnSpc>
              <a:buNone/>
            </a:pPr>
            <a:r>
              <a:rPr lang="en-US" sz="730" kern="0" spc="29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45–47"</a:t>
            </a:r>
            <a:endParaRPr lang="en-US" sz="730" dirty="0"/>
          </a:p>
        </p:txBody>
      </p:sp>
      <p:sp>
        <p:nvSpPr>
          <p:cNvPr id="42" name="Text 40"/>
          <p:cNvSpPr/>
          <p:nvPr/>
        </p:nvSpPr>
        <p:spPr>
          <a:xfrm>
            <a:off x="2057035" y="1680865"/>
            <a:ext cx="553328" cy="202525"/>
          </a:xfrm>
          <a:prstGeom prst="rect">
            <a:avLst/>
          </a:prstGeom>
          <a:noFill/>
          <a:ln/>
        </p:spPr>
        <p:txBody>
          <a:bodyPr wrap="square" lIns="0" tIns="39370" rIns="0" bIns="39370" rtlCol="0" anchor="t"/>
          <a:lstStyle/>
          <a:p>
            <a:pPr marL="0" indent="0" algn="ctr">
              <a:lnSpc>
                <a:spcPts val="730"/>
              </a:lnSpc>
              <a:buNone/>
            </a:pPr>
            <a:r>
              <a:rPr lang="en-US" sz="730" kern="0" spc="29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31.5"</a:t>
            </a:r>
            <a:endParaRPr lang="en-US" sz="730" dirty="0"/>
          </a:p>
        </p:txBody>
      </p:sp>
      <p:sp>
        <p:nvSpPr>
          <p:cNvPr id="43" name="Text 41"/>
          <p:cNvSpPr/>
          <p:nvPr/>
        </p:nvSpPr>
        <p:spPr>
          <a:xfrm>
            <a:off x="342900" y="2057102"/>
            <a:ext cx="2262039" cy="9525"/>
          </a:xfrm>
          <a:prstGeom prst="rect">
            <a:avLst/>
          </a:prstGeom>
          <a:solidFill>
            <a:srgbClr val="C9A84C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42900" y="1873746"/>
            <a:ext cx="329264" cy="202525"/>
          </a:xfrm>
          <a:prstGeom prst="rect">
            <a:avLst/>
          </a:prstGeom>
          <a:noFill/>
          <a:ln/>
        </p:spPr>
        <p:txBody>
          <a:bodyPr wrap="square" lIns="0" tIns="39370" rIns="0" bIns="39370" rtlCol="0" anchor="t"/>
          <a:lstStyle/>
          <a:p>
            <a:pPr marL="0" indent="0" algn="l">
              <a:lnSpc>
                <a:spcPts val="680"/>
              </a:lnSpc>
              <a:buNone/>
            </a:pPr>
            <a:r>
              <a:rPr lang="en-US" sz="680" b="1" kern="0" spc="109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2XL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660965" y="1873746"/>
            <a:ext cx="483802" cy="202525"/>
          </a:xfrm>
          <a:prstGeom prst="rect">
            <a:avLst/>
          </a:prstGeom>
          <a:noFill/>
          <a:ln/>
        </p:spPr>
        <p:txBody>
          <a:bodyPr wrap="square" lIns="0" tIns="39370" rIns="0" bIns="39370" rtlCol="0" anchor="t"/>
          <a:lstStyle/>
          <a:p>
            <a:pPr marL="0" indent="0" algn="ctr">
              <a:lnSpc>
                <a:spcPts val="730"/>
              </a:lnSpc>
              <a:buNone/>
            </a:pPr>
            <a:r>
              <a:rPr lang="en-US" sz="730" kern="0" spc="29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47–50"</a:t>
            </a:r>
            <a:endParaRPr lang="en-US" sz="730" dirty="0"/>
          </a:p>
        </p:txBody>
      </p:sp>
      <p:sp>
        <p:nvSpPr>
          <p:cNvPr id="46" name="Text 44"/>
          <p:cNvSpPr/>
          <p:nvPr/>
        </p:nvSpPr>
        <p:spPr>
          <a:xfrm>
            <a:off x="1135411" y="1873746"/>
            <a:ext cx="470443" cy="202525"/>
          </a:xfrm>
          <a:prstGeom prst="rect">
            <a:avLst/>
          </a:prstGeom>
          <a:noFill/>
          <a:ln/>
        </p:spPr>
        <p:txBody>
          <a:bodyPr wrap="square" lIns="0" tIns="39370" rIns="0" bIns="39370" rtlCol="0" anchor="t"/>
          <a:lstStyle/>
          <a:p>
            <a:pPr marL="0" indent="0" algn="ctr">
              <a:lnSpc>
                <a:spcPts val="730"/>
              </a:lnSpc>
              <a:buNone/>
            </a:pPr>
            <a:r>
              <a:rPr lang="en-US" sz="730" kern="0" spc="29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40–43"</a:t>
            </a:r>
            <a:endParaRPr lang="en-US" sz="730" dirty="0"/>
          </a:p>
        </p:txBody>
      </p:sp>
      <p:sp>
        <p:nvSpPr>
          <p:cNvPr id="47" name="Text 45"/>
          <p:cNvSpPr/>
          <p:nvPr/>
        </p:nvSpPr>
        <p:spPr>
          <a:xfrm>
            <a:off x="1596630" y="1873746"/>
            <a:ext cx="470443" cy="202525"/>
          </a:xfrm>
          <a:prstGeom prst="rect">
            <a:avLst/>
          </a:prstGeom>
          <a:noFill/>
          <a:ln/>
        </p:spPr>
        <p:txBody>
          <a:bodyPr wrap="square" lIns="0" tIns="39370" rIns="0" bIns="39370" rtlCol="0" anchor="t"/>
          <a:lstStyle/>
          <a:p>
            <a:pPr marL="0" indent="0" algn="ctr">
              <a:lnSpc>
                <a:spcPts val="730"/>
              </a:lnSpc>
              <a:buNone/>
            </a:pPr>
            <a:r>
              <a:rPr lang="en-US" sz="730" kern="0" spc="29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48–51"</a:t>
            </a:r>
            <a:endParaRPr lang="en-US" sz="730" dirty="0"/>
          </a:p>
        </p:txBody>
      </p:sp>
      <p:sp>
        <p:nvSpPr>
          <p:cNvPr id="48" name="Text 46"/>
          <p:cNvSpPr/>
          <p:nvPr/>
        </p:nvSpPr>
        <p:spPr>
          <a:xfrm>
            <a:off x="2057035" y="1873746"/>
            <a:ext cx="553328" cy="202525"/>
          </a:xfrm>
          <a:prstGeom prst="rect">
            <a:avLst/>
          </a:prstGeom>
          <a:noFill/>
          <a:ln/>
        </p:spPr>
        <p:txBody>
          <a:bodyPr wrap="square" lIns="0" tIns="39370" rIns="0" bIns="39370" rtlCol="0" anchor="t"/>
          <a:lstStyle/>
          <a:p>
            <a:pPr marL="0" indent="0" algn="ctr">
              <a:lnSpc>
                <a:spcPts val="730"/>
              </a:lnSpc>
              <a:buNone/>
            </a:pPr>
            <a:r>
              <a:rPr lang="en-US" sz="730" kern="0" spc="29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32"</a:t>
            </a:r>
            <a:endParaRPr lang="en-US" sz="730" dirty="0"/>
          </a:p>
        </p:txBody>
      </p:sp>
      <p:sp>
        <p:nvSpPr>
          <p:cNvPr id="49" name="Text 47"/>
          <p:cNvSpPr/>
          <p:nvPr/>
        </p:nvSpPr>
        <p:spPr>
          <a:xfrm>
            <a:off x="342900" y="2249984"/>
            <a:ext cx="2262039" cy="9525"/>
          </a:xfrm>
          <a:prstGeom prst="rect">
            <a:avLst/>
          </a:prstGeom>
          <a:solidFill>
            <a:srgbClr val="C9A84C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342900" y="2066627"/>
            <a:ext cx="329264" cy="202525"/>
          </a:xfrm>
          <a:prstGeom prst="rect">
            <a:avLst/>
          </a:prstGeom>
          <a:noFill/>
          <a:ln/>
        </p:spPr>
        <p:txBody>
          <a:bodyPr wrap="square" lIns="0" tIns="39370" rIns="0" bIns="39370" rtlCol="0" anchor="t"/>
          <a:lstStyle/>
          <a:p>
            <a:pPr marL="0" indent="0" algn="l">
              <a:lnSpc>
                <a:spcPts val="680"/>
              </a:lnSpc>
              <a:buNone/>
            </a:pPr>
            <a:r>
              <a:rPr lang="en-US" sz="680" b="1" kern="0" spc="109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3XL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660965" y="2066627"/>
            <a:ext cx="483802" cy="202525"/>
          </a:xfrm>
          <a:prstGeom prst="rect">
            <a:avLst/>
          </a:prstGeom>
          <a:noFill/>
          <a:ln/>
        </p:spPr>
        <p:txBody>
          <a:bodyPr wrap="square" lIns="0" tIns="39370" rIns="0" bIns="39370" rtlCol="0" anchor="t"/>
          <a:lstStyle/>
          <a:p>
            <a:pPr marL="0" indent="0" algn="ctr">
              <a:lnSpc>
                <a:spcPts val="730"/>
              </a:lnSpc>
              <a:buNone/>
            </a:pPr>
            <a:r>
              <a:rPr lang="en-US" sz="730" kern="0" spc="29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51–54"</a:t>
            </a:r>
            <a:endParaRPr lang="en-US" sz="730" dirty="0"/>
          </a:p>
        </p:txBody>
      </p:sp>
      <p:sp>
        <p:nvSpPr>
          <p:cNvPr id="52" name="Text 50"/>
          <p:cNvSpPr/>
          <p:nvPr/>
        </p:nvSpPr>
        <p:spPr>
          <a:xfrm>
            <a:off x="1135411" y="2066627"/>
            <a:ext cx="470443" cy="202525"/>
          </a:xfrm>
          <a:prstGeom prst="rect">
            <a:avLst/>
          </a:prstGeom>
          <a:noFill/>
          <a:ln/>
        </p:spPr>
        <p:txBody>
          <a:bodyPr wrap="square" lIns="0" tIns="39370" rIns="0" bIns="39370" rtlCol="0" anchor="t"/>
          <a:lstStyle/>
          <a:p>
            <a:pPr marL="0" indent="0" algn="ctr">
              <a:lnSpc>
                <a:spcPts val="730"/>
              </a:lnSpc>
              <a:buNone/>
            </a:pPr>
            <a:r>
              <a:rPr lang="en-US" sz="730" kern="0" spc="29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44–47"</a:t>
            </a:r>
            <a:endParaRPr lang="en-US" sz="730" dirty="0"/>
          </a:p>
        </p:txBody>
      </p:sp>
      <p:sp>
        <p:nvSpPr>
          <p:cNvPr id="53" name="Text 51"/>
          <p:cNvSpPr/>
          <p:nvPr/>
        </p:nvSpPr>
        <p:spPr>
          <a:xfrm>
            <a:off x="1596630" y="2066627"/>
            <a:ext cx="470443" cy="202525"/>
          </a:xfrm>
          <a:prstGeom prst="rect">
            <a:avLst/>
          </a:prstGeom>
          <a:noFill/>
          <a:ln/>
        </p:spPr>
        <p:txBody>
          <a:bodyPr wrap="square" lIns="0" tIns="39370" rIns="0" bIns="39370" rtlCol="0" anchor="t"/>
          <a:lstStyle/>
          <a:p>
            <a:pPr marL="0" indent="0" algn="ctr">
              <a:lnSpc>
                <a:spcPts val="730"/>
              </a:lnSpc>
              <a:buNone/>
            </a:pPr>
            <a:r>
              <a:rPr lang="en-US" sz="730" kern="0" spc="29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52–55"</a:t>
            </a:r>
            <a:endParaRPr lang="en-US" sz="730" dirty="0"/>
          </a:p>
        </p:txBody>
      </p:sp>
      <p:sp>
        <p:nvSpPr>
          <p:cNvPr id="54" name="Text 52"/>
          <p:cNvSpPr/>
          <p:nvPr/>
        </p:nvSpPr>
        <p:spPr>
          <a:xfrm>
            <a:off x="2057035" y="2066627"/>
            <a:ext cx="553328" cy="202525"/>
          </a:xfrm>
          <a:prstGeom prst="rect">
            <a:avLst/>
          </a:prstGeom>
          <a:noFill/>
          <a:ln/>
        </p:spPr>
        <p:txBody>
          <a:bodyPr wrap="square" lIns="0" tIns="39370" rIns="0" bIns="39370" rtlCol="0" anchor="t"/>
          <a:lstStyle/>
          <a:p>
            <a:pPr marL="0" indent="0" algn="ctr">
              <a:lnSpc>
                <a:spcPts val="730"/>
              </a:lnSpc>
              <a:buNone/>
            </a:pPr>
            <a:r>
              <a:rPr lang="en-US" sz="730" kern="0" spc="29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32"</a:t>
            </a:r>
            <a:endParaRPr lang="en-US" sz="730" dirty="0"/>
          </a:p>
        </p:txBody>
      </p:sp>
      <p:sp>
        <p:nvSpPr>
          <p:cNvPr id="55" name="Text 53"/>
          <p:cNvSpPr/>
          <p:nvPr/>
        </p:nvSpPr>
        <p:spPr>
          <a:xfrm>
            <a:off x="342900" y="2442865"/>
            <a:ext cx="2262039" cy="9525"/>
          </a:xfrm>
          <a:prstGeom prst="rect">
            <a:avLst/>
          </a:prstGeom>
          <a:solidFill>
            <a:srgbClr val="C9A84C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342900" y="2259509"/>
            <a:ext cx="329264" cy="202525"/>
          </a:xfrm>
          <a:prstGeom prst="rect">
            <a:avLst/>
          </a:prstGeom>
          <a:noFill/>
          <a:ln/>
        </p:spPr>
        <p:txBody>
          <a:bodyPr wrap="square" lIns="0" tIns="39370" rIns="0" bIns="39370" rtlCol="0" anchor="t"/>
          <a:lstStyle/>
          <a:p>
            <a:pPr marL="0" indent="0" algn="l">
              <a:lnSpc>
                <a:spcPts val="680"/>
              </a:lnSpc>
              <a:buNone/>
            </a:pPr>
            <a:r>
              <a:rPr lang="en-US" sz="680" b="1" kern="0" spc="109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4XL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60965" y="2259509"/>
            <a:ext cx="483802" cy="202525"/>
          </a:xfrm>
          <a:prstGeom prst="rect">
            <a:avLst/>
          </a:prstGeom>
          <a:noFill/>
          <a:ln/>
        </p:spPr>
        <p:txBody>
          <a:bodyPr wrap="square" lIns="0" tIns="39370" rIns="0" bIns="39370" rtlCol="0" anchor="t"/>
          <a:lstStyle/>
          <a:p>
            <a:pPr marL="0" indent="0" algn="ctr">
              <a:lnSpc>
                <a:spcPts val="730"/>
              </a:lnSpc>
              <a:buNone/>
            </a:pPr>
            <a:r>
              <a:rPr lang="en-US" sz="730" kern="0" spc="29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55–58"</a:t>
            </a:r>
            <a:endParaRPr lang="en-US" sz="730" dirty="0"/>
          </a:p>
        </p:txBody>
      </p:sp>
      <p:sp>
        <p:nvSpPr>
          <p:cNvPr id="58" name="Text 56"/>
          <p:cNvSpPr/>
          <p:nvPr/>
        </p:nvSpPr>
        <p:spPr>
          <a:xfrm>
            <a:off x="1135411" y="2259509"/>
            <a:ext cx="470443" cy="202525"/>
          </a:xfrm>
          <a:prstGeom prst="rect">
            <a:avLst/>
          </a:prstGeom>
          <a:noFill/>
          <a:ln/>
        </p:spPr>
        <p:txBody>
          <a:bodyPr wrap="square" lIns="0" tIns="39370" rIns="0" bIns="39370" rtlCol="0" anchor="t"/>
          <a:lstStyle/>
          <a:p>
            <a:pPr marL="0" indent="0" algn="ctr">
              <a:lnSpc>
                <a:spcPts val="730"/>
              </a:lnSpc>
              <a:buNone/>
            </a:pPr>
            <a:r>
              <a:rPr lang="en-US" sz="730" kern="0" spc="29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48–52"</a:t>
            </a:r>
            <a:endParaRPr lang="en-US" sz="730" dirty="0"/>
          </a:p>
        </p:txBody>
      </p:sp>
      <p:sp>
        <p:nvSpPr>
          <p:cNvPr id="59" name="Text 57"/>
          <p:cNvSpPr/>
          <p:nvPr/>
        </p:nvSpPr>
        <p:spPr>
          <a:xfrm>
            <a:off x="1596630" y="2259509"/>
            <a:ext cx="470443" cy="202525"/>
          </a:xfrm>
          <a:prstGeom prst="rect">
            <a:avLst/>
          </a:prstGeom>
          <a:noFill/>
          <a:ln/>
        </p:spPr>
        <p:txBody>
          <a:bodyPr wrap="square" lIns="0" tIns="39370" rIns="0" bIns="39370" rtlCol="0" anchor="t"/>
          <a:lstStyle/>
          <a:p>
            <a:pPr marL="0" indent="0" algn="ctr">
              <a:lnSpc>
                <a:spcPts val="730"/>
              </a:lnSpc>
              <a:buNone/>
            </a:pPr>
            <a:r>
              <a:rPr lang="en-US" sz="730" kern="0" spc="29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56–60"</a:t>
            </a:r>
            <a:endParaRPr lang="en-US" sz="730" dirty="0"/>
          </a:p>
        </p:txBody>
      </p:sp>
      <p:sp>
        <p:nvSpPr>
          <p:cNvPr id="60" name="Text 58"/>
          <p:cNvSpPr/>
          <p:nvPr/>
        </p:nvSpPr>
        <p:spPr>
          <a:xfrm>
            <a:off x="2057035" y="2259509"/>
            <a:ext cx="553328" cy="202525"/>
          </a:xfrm>
          <a:prstGeom prst="rect">
            <a:avLst/>
          </a:prstGeom>
          <a:noFill/>
          <a:ln/>
        </p:spPr>
        <p:txBody>
          <a:bodyPr wrap="square" lIns="0" tIns="39370" rIns="0" bIns="39370" rtlCol="0" anchor="t"/>
          <a:lstStyle/>
          <a:p>
            <a:pPr marL="0" indent="0" algn="ctr">
              <a:lnSpc>
                <a:spcPts val="730"/>
              </a:lnSpc>
              <a:buNone/>
            </a:pPr>
            <a:r>
              <a:rPr lang="en-US" sz="730" kern="0" spc="29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32.5"</a:t>
            </a:r>
            <a:endParaRPr lang="en-US" sz="730" dirty="0"/>
          </a:p>
        </p:txBody>
      </p:sp>
      <p:sp>
        <p:nvSpPr>
          <p:cNvPr id="61" name="Text 59"/>
          <p:cNvSpPr/>
          <p:nvPr/>
        </p:nvSpPr>
        <p:spPr>
          <a:xfrm>
            <a:off x="342900" y="2514302"/>
            <a:ext cx="248824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i="1" kern="0" spc="37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SML runs true to size.</a:t>
            </a:r>
            <a:r>
              <a:rPr lang="en-US" sz="620" i="1" kern="0" spc="37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oversized fits, size up one.</a:t>
            </a:r>
            <a:endParaRPr lang="en-US" sz="620" dirty="0"/>
          </a:p>
        </p:txBody>
      </p:sp>
      <p:pic>
        <p:nvPicPr>
          <p:cNvPr id="6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33415" y="798612"/>
            <a:ext cx="514350" cy="1382018"/>
          </a:xfrm>
          <a:prstGeom prst="rect">
            <a:avLst/>
          </a:prstGeom>
        </p:spPr>
      </p:pic>
      <p:sp>
        <p:nvSpPr>
          <p:cNvPr id="63" name="Text 60"/>
          <p:cNvSpPr/>
          <p:nvPr/>
        </p:nvSpPr>
        <p:spPr>
          <a:xfrm>
            <a:off x="3462040" y="795040"/>
            <a:ext cx="276999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kern="0" spc="51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CHEST</a:t>
            </a:r>
            <a:endParaRPr lang="en-US" sz="510" dirty="0"/>
          </a:p>
        </p:txBody>
      </p:sp>
      <p:sp>
        <p:nvSpPr>
          <p:cNvPr id="64" name="Text 61"/>
          <p:cNvSpPr/>
          <p:nvPr/>
        </p:nvSpPr>
        <p:spPr>
          <a:xfrm>
            <a:off x="3462040" y="1023640"/>
            <a:ext cx="258500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kern="0" spc="51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WAIST</a:t>
            </a:r>
            <a:endParaRPr lang="en-US" sz="510" dirty="0"/>
          </a:p>
        </p:txBody>
      </p:sp>
      <p:sp>
        <p:nvSpPr>
          <p:cNvPr id="65" name="Text 62"/>
          <p:cNvSpPr/>
          <p:nvPr/>
        </p:nvSpPr>
        <p:spPr>
          <a:xfrm>
            <a:off x="3462040" y="1215330"/>
            <a:ext cx="140137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kern="0" spc="51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HIP</a:t>
            </a:r>
            <a:endParaRPr lang="en-US" sz="510" dirty="0"/>
          </a:p>
        </p:txBody>
      </p:sp>
      <p:sp>
        <p:nvSpPr>
          <p:cNvPr id="66" name="Text 63"/>
          <p:cNvSpPr/>
          <p:nvPr/>
        </p:nvSpPr>
        <p:spPr>
          <a:xfrm>
            <a:off x="3462040" y="1595140"/>
            <a:ext cx="315798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kern="0" spc="51" dirty="0">
                <a:solidFill>
                  <a:srgbClr val="8B7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INSEAM</a:t>
            </a:r>
            <a:endParaRPr lang="en-US" sz="510" dirty="0"/>
          </a:p>
        </p:txBody>
      </p:sp>
      <p:sp>
        <p:nvSpPr>
          <p:cNvPr id="67" name="Text 64"/>
          <p:cNvSpPr/>
          <p:nvPr/>
        </p:nvSpPr>
        <p:spPr>
          <a:xfrm>
            <a:off x="342900" y="5003750"/>
            <a:ext cx="1397496" cy="7590"/>
          </a:xfrm>
          <a:prstGeom prst="rect">
            <a:avLst/>
          </a:prstGeom>
          <a:gradFill rotWithShape="1">
            <a:gsLst>
              <a:gs pos="0">
                <a:srgbClr val="C9A84C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5"/>
          <p:cNvSpPr/>
          <p:nvPr/>
        </p:nvSpPr>
        <p:spPr>
          <a:xfrm>
            <a:off x="1826716" y="4954191"/>
            <a:ext cx="528459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157" dirty="0">
                <a:solidFill>
                  <a:srgbClr val="C9A84C">
                    <a:alpha val="45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SML 2026</a:t>
            </a:r>
            <a:endParaRPr lang="en-US" sz="560" dirty="0"/>
          </a:p>
        </p:txBody>
      </p:sp>
      <p:sp>
        <p:nvSpPr>
          <p:cNvPr id="69" name="Text 66"/>
          <p:cNvSpPr/>
          <p:nvPr/>
        </p:nvSpPr>
        <p:spPr>
          <a:xfrm>
            <a:off x="2393454" y="5003750"/>
            <a:ext cx="1397496" cy="7590"/>
          </a:xfrm>
          <a:prstGeom prst="rect">
            <a:avLst/>
          </a:prstGeom>
          <a:gradFill rotWithShape="1">
            <a:gsLst>
              <a:gs pos="0">
                <a:srgbClr val="C9A84C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67"/>
          <p:cNvSpPr/>
          <p:nvPr/>
        </p:nvSpPr>
        <p:spPr>
          <a:xfrm>
            <a:off x="4143375" y="0"/>
            <a:ext cx="5000625" cy="5143500"/>
          </a:xfrm>
          <a:prstGeom prst="rect">
            <a:avLst/>
          </a:prstGeom>
          <a:solidFill>
            <a:srgbClr val="14141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8"/>
          <p:cNvSpPr/>
          <p:nvPr/>
        </p:nvSpPr>
        <p:spPr>
          <a:xfrm>
            <a:off x="7287216" y="0"/>
            <a:ext cx="1856784" cy="1856740"/>
          </a:xfrm>
          <a:prstGeom prst="ellipse">
            <a:avLst/>
          </a:prstGeom>
          <a:gradFill rotWithShape="1">
            <a:gsLst>
              <a:gs pos="0">
                <a:srgbClr val="C9A84C">
                  <a:alpha val="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69"/>
          <p:cNvSpPr/>
          <p:nvPr/>
        </p:nvSpPr>
        <p:spPr>
          <a:xfrm>
            <a:off x="4143375" y="3857034"/>
            <a:ext cx="1572216" cy="1286466"/>
          </a:xfrm>
          <a:prstGeom prst="ellipse">
            <a:avLst/>
          </a:prstGeom>
          <a:gradFill rotWithShape="1">
            <a:gsLst>
              <a:gs pos="0">
                <a:srgbClr val="C9A84C">
                  <a:alpha val="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70"/>
          <p:cNvSpPr/>
          <p:nvPr/>
        </p:nvSpPr>
        <p:spPr>
          <a:xfrm>
            <a:off x="4458295" y="271760"/>
            <a:ext cx="477708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174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 COLLECTION · ALL STYLES</a:t>
            </a:r>
            <a:endParaRPr lang="en-US" sz="620" dirty="0"/>
          </a:p>
        </p:txBody>
      </p:sp>
      <p:sp>
        <p:nvSpPr>
          <p:cNvPr id="74" name="Text 71"/>
          <p:cNvSpPr/>
          <p:nvPr/>
        </p:nvSpPr>
        <p:spPr>
          <a:xfrm>
            <a:off x="4458295" y="432941"/>
            <a:ext cx="4646801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0"/>
              </a:lnSpc>
              <a:buNone/>
            </a:pPr>
            <a:r>
              <a:rPr lang="en-US" sz="1460" kern="0" spc="263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COLORWAY SYSTEM</a:t>
            </a:r>
            <a:endParaRPr lang="en-US" sz="1460" dirty="0"/>
          </a:p>
        </p:txBody>
      </p:sp>
      <p:sp>
        <p:nvSpPr>
          <p:cNvPr id="75" name="Text 72"/>
          <p:cNvSpPr/>
          <p:nvPr/>
        </p:nvSpPr>
        <p:spPr>
          <a:xfrm>
            <a:off x="4458295" y="647551"/>
            <a:ext cx="4342805" cy="7590"/>
          </a:xfrm>
          <a:prstGeom prst="rect">
            <a:avLst/>
          </a:prstGeom>
          <a:gradFill rotWithShape="1">
            <a:gsLst>
              <a:gs pos="0">
                <a:srgbClr val="C9A84C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73"/>
          <p:cNvSpPr/>
          <p:nvPr/>
        </p:nvSpPr>
        <p:spPr>
          <a:xfrm>
            <a:off x="4872335" y="840432"/>
            <a:ext cx="514350" cy="514350"/>
          </a:xfrm>
          <a:prstGeom prst="ellipse">
            <a:avLst/>
          </a:prstGeom>
          <a:gradFill rotWithShape="1">
            <a:gsLst>
              <a:gs pos="0">
                <a:srgbClr val="1C1C1C"/>
              </a:gs>
              <a:gs pos="100000">
                <a:srgbClr val="050505"/>
              </a:gs>
            </a:gsLst>
            <a:path path="circle">
              <a:fillToRect l="65000" t="70000" r="35000" b="30000"/>
            </a:path>
          </a:gradFill>
          <a:ln w="9525">
            <a:solidFill>
              <a:srgbClr val="C9A84C">
                <a:alpha val="35000"/>
              </a:srgbClr>
            </a:solidFill>
          </a:ln>
          <a:effectLst>
            <a:outerShdw blurRad="171450" dist="29210" dir="5400000" algn="bl" rotWithShape="0">
              <a:srgbClr val="000000">
                <a:alpha val="5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7" name="Text 74"/>
          <p:cNvSpPr/>
          <p:nvPr/>
        </p:nvSpPr>
        <p:spPr>
          <a:xfrm>
            <a:off x="4865601" y="1411932"/>
            <a:ext cx="527968" cy="92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28"/>
              </a:lnSpc>
              <a:buNone/>
            </a:pPr>
            <a:r>
              <a:rPr lang="en-US" sz="560" kern="0" spc="90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JET BLACK</a:t>
            </a:r>
            <a:endParaRPr lang="en-US" sz="560" dirty="0"/>
          </a:p>
        </p:txBody>
      </p:sp>
      <p:sp>
        <p:nvSpPr>
          <p:cNvPr id="78" name="Text 75"/>
          <p:cNvSpPr/>
          <p:nvPr/>
        </p:nvSpPr>
        <p:spPr>
          <a:xfrm>
            <a:off x="6372374" y="840432"/>
            <a:ext cx="514350" cy="514350"/>
          </a:xfrm>
          <a:prstGeom prst="ellipse">
            <a:avLst/>
          </a:prstGeom>
          <a:gradFill rotWithShape="1">
            <a:gsLst>
              <a:gs pos="0">
                <a:srgbClr val="E8C96A"/>
              </a:gs>
              <a:gs pos="100000">
                <a:srgbClr val="9A6F1E"/>
              </a:gs>
            </a:gsLst>
            <a:path path="circle">
              <a:fillToRect l="65000" t="70000" r="35000" b="30000"/>
            </a:path>
          </a:gradFill>
          <a:ln w="9525">
            <a:solidFill>
              <a:srgbClr val="C9A84C">
                <a:alpha val="60000"/>
              </a:srgbClr>
            </a:solidFill>
          </a:ln>
          <a:effectLst>
            <a:outerShdw blurRad="171450" dist="29210" dir="5400000" algn="bl" rotWithShape="0">
              <a:srgbClr val="C9A84C">
                <a:alpha val="25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9" name="Text 76"/>
          <p:cNvSpPr/>
          <p:nvPr/>
        </p:nvSpPr>
        <p:spPr>
          <a:xfrm>
            <a:off x="6278709" y="1411932"/>
            <a:ext cx="701829" cy="92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28"/>
              </a:lnSpc>
              <a:buNone/>
            </a:pPr>
            <a:r>
              <a:rPr lang="en-US" sz="560" kern="0" spc="90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LEGEND GOLD</a:t>
            </a:r>
            <a:endParaRPr lang="en-US" sz="560" dirty="0"/>
          </a:p>
        </p:txBody>
      </p:sp>
      <p:sp>
        <p:nvSpPr>
          <p:cNvPr id="80" name="Text 77"/>
          <p:cNvSpPr/>
          <p:nvPr/>
        </p:nvSpPr>
        <p:spPr>
          <a:xfrm>
            <a:off x="7872413" y="840432"/>
            <a:ext cx="514350" cy="514350"/>
          </a:xfrm>
          <a:prstGeom prst="ellipse">
            <a:avLst/>
          </a:prstGeom>
          <a:gradFill rotWithShape="1">
            <a:gsLst>
              <a:gs pos="0">
                <a:srgbClr val="FFFAF0"/>
              </a:gs>
              <a:gs pos="100000">
                <a:srgbClr val="E8DFC6"/>
              </a:gs>
            </a:gsLst>
            <a:path path="circle">
              <a:fillToRect l="65000" t="70000" r="35000" b="30000"/>
            </a:path>
          </a:gradFill>
          <a:ln w="9525">
            <a:solidFill>
              <a:srgbClr val="F5EDD6">
                <a:alpha val="50000"/>
              </a:srgbClr>
            </a:solidFill>
          </a:ln>
          <a:effectLst>
            <a:outerShdw blurRad="171450" dist="29210" dir="5400000" algn="bl" rotWithShape="0">
              <a:srgbClr val="000000">
                <a:alpha val="5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1" name="Text 78"/>
          <p:cNvSpPr/>
          <p:nvPr/>
        </p:nvSpPr>
        <p:spPr>
          <a:xfrm>
            <a:off x="7819683" y="1411932"/>
            <a:ext cx="619810" cy="92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28"/>
              </a:lnSpc>
              <a:buNone/>
            </a:pPr>
            <a:r>
              <a:rPr lang="en-US" sz="560" kern="0" spc="90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BONE WHITE</a:t>
            </a:r>
            <a:endParaRPr lang="en-US" sz="560" dirty="0"/>
          </a:p>
        </p:txBody>
      </p:sp>
      <p:sp>
        <p:nvSpPr>
          <p:cNvPr id="82" name="Text 79"/>
          <p:cNvSpPr/>
          <p:nvPr/>
        </p:nvSpPr>
        <p:spPr>
          <a:xfrm>
            <a:off x="4872335" y="1632496"/>
            <a:ext cx="514350" cy="514350"/>
          </a:xfrm>
          <a:prstGeom prst="ellipse">
            <a:avLst/>
          </a:prstGeom>
          <a:gradFill rotWithShape="1">
            <a:gsLst>
              <a:gs pos="0">
                <a:srgbClr val="4A4A4A"/>
              </a:gs>
              <a:gs pos="100000">
                <a:srgbClr val="1E1E1E"/>
              </a:gs>
            </a:gsLst>
            <a:path path="circle">
              <a:fillToRect l="65000" t="70000" r="35000" b="30000"/>
            </a:path>
          </a:gradFill>
          <a:ln w="9525">
            <a:solidFill>
              <a:srgbClr val="C9A84C">
                <a:alpha val="20000"/>
              </a:srgbClr>
            </a:solidFill>
          </a:ln>
          <a:effectLst>
            <a:outerShdw blurRad="171450" dist="29210" dir="5400000" algn="bl" rotWithShape="0">
              <a:srgbClr val="000000">
                <a:alpha val="5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3" name="Text 80"/>
          <p:cNvSpPr/>
          <p:nvPr/>
        </p:nvSpPr>
        <p:spPr>
          <a:xfrm>
            <a:off x="4740042" y="2203996"/>
            <a:ext cx="778937" cy="92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28"/>
              </a:lnSpc>
              <a:buNone/>
            </a:pPr>
            <a:r>
              <a:rPr lang="en-US" sz="560" kern="0" spc="90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OBSIDIAN GREY</a:t>
            </a:r>
            <a:endParaRPr lang="en-US" sz="560" dirty="0"/>
          </a:p>
        </p:txBody>
      </p:sp>
      <p:sp>
        <p:nvSpPr>
          <p:cNvPr id="84" name="Text 81"/>
          <p:cNvSpPr/>
          <p:nvPr/>
        </p:nvSpPr>
        <p:spPr>
          <a:xfrm>
            <a:off x="6372374" y="1632496"/>
            <a:ext cx="514350" cy="514350"/>
          </a:xfrm>
          <a:prstGeom prst="ellipse">
            <a:avLst/>
          </a:prstGeom>
          <a:gradFill rotWithShape="1">
            <a:gsLst>
              <a:gs pos="0">
                <a:srgbClr val="1A2A4A"/>
              </a:gs>
              <a:gs pos="100000">
                <a:srgbClr val="050D1F"/>
              </a:gs>
            </a:gsLst>
            <a:path path="circle">
              <a:fillToRect l="65000" t="70000" r="35000" b="30000"/>
            </a:path>
          </a:gradFill>
          <a:ln w="9525">
            <a:solidFill>
              <a:srgbClr val="C9A84C">
                <a:alpha val="20000"/>
              </a:srgbClr>
            </a:solidFill>
          </a:ln>
          <a:effectLst>
            <a:outerShdw blurRad="171450" dist="29210" dir="5400000" algn="bl" rotWithShape="0">
              <a:srgbClr val="000000">
                <a:alpha val="5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5" name="Text 82"/>
          <p:cNvSpPr/>
          <p:nvPr/>
        </p:nvSpPr>
        <p:spPr>
          <a:xfrm>
            <a:off x="6241554" y="2203996"/>
            <a:ext cx="775990" cy="92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28"/>
              </a:lnSpc>
              <a:buNone/>
            </a:pPr>
            <a:r>
              <a:rPr lang="en-US" sz="560" kern="0" spc="90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MIDNIGHT NAVY</a:t>
            </a:r>
            <a:endParaRPr lang="en-US" sz="560" dirty="0"/>
          </a:p>
        </p:txBody>
      </p:sp>
      <p:sp>
        <p:nvSpPr>
          <p:cNvPr id="86" name="Text 83"/>
          <p:cNvSpPr/>
          <p:nvPr/>
        </p:nvSpPr>
        <p:spPr>
          <a:xfrm>
            <a:off x="7872413" y="1632496"/>
            <a:ext cx="514350" cy="514350"/>
          </a:xfrm>
          <a:prstGeom prst="ellipse">
            <a:avLst/>
          </a:prstGeom>
          <a:gradFill rotWithShape="1">
            <a:gsLst>
              <a:gs pos="0">
                <a:srgbClr val="6B6E3A"/>
              </a:gs>
              <a:gs pos="100000">
                <a:srgbClr val="3A3D1A"/>
              </a:gs>
            </a:gsLst>
            <a:path path="circle">
              <a:fillToRect l="65000" t="70000" r="35000" b="30000"/>
            </a:path>
          </a:gradFill>
          <a:ln w="9525">
            <a:solidFill>
              <a:srgbClr val="C9A84C">
                <a:alpha val="20000"/>
              </a:srgbClr>
            </a:solidFill>
          </a:ln>
          <a:effectLst>
            <a:outerShdw blurRad="171450" dist="29210" dir="5400000" algn="bl" rotWithShape="0">
              <a:srgbClr val="000000">
                <a:alpha val="5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7" name="Text 84"/>
          <p:cNvSpPr/>
          <p:nvPr/>
        </p:nvSpPr>
        <p:spPr>
          <a:xfrm>
            <a:off x="7753863" y="2203996"/>
            <a:ext cx="751597" cy="92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28"/>
              </a:lnSpc>
              <a:buNone/>
            </a:pPr>
            <a:r>
              <a:rPr lang="en-US" sz="560" kern="0" spc="90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VINTAGE OLIVE</a:t>
            </a:r>
            <a:endParaRPr lang="en-US" sz="560" dirty="0"/>
          </a:p>
        </p:txBody>
      </p:sp>
      <p:sp>
        <p:nvSpPr>
          <p:cNvPr id="88" name="Text 85"/>
          <p:cNvSpPr/>
          <p:nvPr/>
        </p:nvSpPr>
        <p:spPr>
          <a:xfrm>
            <a:off x="4458295" y="2460278"/>
            <a:ext cx="1177082" cy="7590"/>
          </a:xfrm>
          <a:prstGeom prst="rect">
            <a:avLst/>
          </a:prstGeom>
          <a:solidFill>
            <a:srgbClr val="C9A84C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9" name="Text 86"/>
          <p:cNvSpPr/>
          <p:nvPr/>
        </p:nvSpPr>
        <p:spPr>
          <a:xfrm>
            <a:off x="5749528" y="2410718"/>
            <a:ext cx="1936373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78" dirty="0">
                <a:solidFill>
                  <a:srgbClr val="8B7A4A">
                    <a:alpha val="7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AVAILABLE ACROSS ALL PRODUCT LINES</a:t>
            </a:r>
            <a:endParaRPr lang="en-US" sz="560" dirty="0"/>
          </a:p>
        </p:txBody>
      </p:sp>
      <p:sp>
        <p:nvSpPr>
          <p:cNvPr id="90" name="Text 87"/>
          <p:cNvSpPr/>
          <p:nvPr/>
        </p:nvSpPr>
        <p:spPr>
          <a:xfrm>
            <a:off x="7624018" y="2460278"/>
            <a:ext cx="1177082" cy="7590"/>
          </a:xfrm>
          <a:prstGeom prst="rect">
            <a:avLst/>
          </a:prstGeom>
          <a:solidFill>
            <a:srgbClr val="C9A84C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1" name="Text 88"/>
          <p:cNvSpPr/>
          <p:nvPr/>
        </p:nvSpPr>
        <p:spPr>
          <a:xfrm>
            <a:off x="5065961" y="2603748"/>
            <a:ext cx="1056084" cy="196602"/>
          </a:xfrm>
          <a:prstGeom prst="roundRect">
            <a:avLst>
              <a:gd name="adj" fmla="val 10982"/>
            </a:avLst>
          </a:prstGeom>
          <a:solidFill>
            <a:srgbClr val="C9A84C">
              <a:alpha val="7000"/>
            </a:srgbClr>
          </a:solidFill>
          <a:ln w="9525">
            <a:solidFill>
              <a:srgbClr val="C9A84C">
                <a:alpha val="18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2" name="Text 89"/>
          <p:cNvSpPr/>
          <p:nvPr/>
        </p:nvSpPr>
        <p:spPr>
          <a:xfrm>
            <a:off x="5175796" y="2666554"/>
            <a:ext cx="70991" cy="70991"/>
          </a:xfrm>
          <a:prstGeom prst="ellipse">
            <a:avLst/>
          </a:prstGeom>
          <a:solidFill>
            <a:srgbClr val="080808"/>
          </a:solidFill>
          <a:ln w="9525">
            <a:solidFill>
              <a:srgbClr val="C9A84C">
                <a:alpha val="4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3" name="Text 90"/>
          <p:cNvSpPr/>
          <p:nvPr/>
        </p:nvSpPr>
        <p:spPr>
          <a:xfrm>
            <a:off x="5296198" y="2666554"/>
            <a:ext cx="70991" cy="70991"/>
          </a:xfrm>
          <a:prstGeom prst="ellipse">
            <a:avLst/>
          </a:prstGeom>
          <a:solidFill>
            <a:srgbClr val="C9A84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4" name="Text 91"/>
          <p:cNvSpPr/>
          <p:nvPr/>
        </p:nvSpPr>
        <p:spPr>
          <a:xfrm>
            <a:off x="5416600" y="2648694"/>
            <a:ext cx="655171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8B7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BLACK / GOLD</a:t>
            </a:r>
            <a:endParaRPr lang="en-US" sz="560" dirty="0"/>
          </a:p>
        </p:txBody>
      </p:sp>
      <p:sp>
        <p:nvSpPr>
          <p:cNvPr id="95" name="Text 92"/>
          <p:cNvSpPr/>
          <p:nvPr/>
        </p:nvSpPr>
        <p:spPr>
          <a:xfrm>
            <a:off x="6193036" y="2603748"/>
            <a:ext cx="1015901" cy="196602"/>
          </a:xfrm>
          <a:prstGeom prst="roundRect">
            <a:avLst>
              <a:gd name="adj" fmla="val 10982"/>
            </a:avLst>
          </a:prstGeom>
          <a:solidFill>
            <a:srgbClr val="C9A84C">
              <a:alpha val="7000"/>
            </a:srgbClr>
          </a:solidFill>
          <a:ln w="9525">
            <a:solidFill>
              <a:srgbClr val="C9A84C">
                <a:alpha val="18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6" name="Text 93"/>
          <p:cNvSpPr/>
          <p:nvPr/>
        </p:nvSpPr>
        <p:spPr>
          <a:xfrm>
            <a:off x="6302871" y="2666554"/>
            <a:ext cx="70991" cy="70991"/>
          </a:xfrm>
          <a:prstGeom prst="ellipse">
            <a:avLst/>
          </a:prstGeom>
          <a:solidFill>
            <a:srgbClr val="F5EDD6"/>
          </a:solidFill>
          <a:ln w="9525">
            <a:solidFill>
              <a:srgbClr val="C9A84C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7" name="Text 94"/>
          <p:cNvSpPr/>
          <p:nvPr/>
        </p:nvSpPr>
        <p:spPr>
          <a:xfrm>
            <a:off x="6423273" y="2666554"/>
            <a:ext cx="70991" cy="70991"/>
          </a:xfrm>
          <a:prstGeom prst="ellipse">
            <a:avLst/>
          </a:prstGeom>
          <a:solidFill>
            <a:srgbClr val="C9A84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8" name="Text 95"/>
          <p:cNvSpPr/>
          <p:nvPr/>
        </p:nvSpPr>
        <p:spPr>
          <a:xfrm>
            <a:off x="6543675" y="2648694"/>
            <a:ext cx="610969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8B7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BONE / GOLD</a:t>
            </a:r>
            <a:endParaRPr lang="en-US" sz="560" dirty="0"/>
          </a:p>
        </p:txBody>
      </p:sp>
      <p:sp>
        <p:nvSpPr>
          <p:cNvPr id="99" name="Text 96"/>
          <p:cNvSpPr/>
          <p:nvPr/>
        </p:nvSpPr>
        <p:spPr>
          <a:xfrm>
            <a:off x="7279928" y="2603748"/>
            <a:ext cx="913507" cy="196602"/>
          </a:xfrm>
          <a:prstGeom prst="roundRect">
            <a:avLst>
              <a:gd name="adj" fmla="val 10982"/>
            </a:avLst>
          </a:prstGeom>
          <a:solidFill>
            <a:srgbClr val="C9A84C">
              <a:alpha val="7000"/>
            </a:srgbClr>
          </a:solidFill>
          <a:ln w="9525">
            <a:solidFill>
              <a:srgbClr val="C9A84C">
                <a:alpha val="18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0" name="Text 97"/>
          <p:cNvSpPr/>
          <p:nvPr/>
        </p:nvSpPr>
        <p:spPr>
          <a:xfrm>
            <a:off x="7389763" y="2666554"/>
            <a:ext cx="70991" cy="70991"/>
          </a:xfrm>
          <a:prstGeom prst="ellipse">
            <a:avLst/>
          </a:prstGeom>
          <a:solidFill>
            <a:srgbClr val="080808"/>
          </a:solidFill>
          <a:ln w="9525">
            <a:solidFill>
              <a:srgbClr val="C9A84C">
                <a:alpha val="4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1" name="Text 98"/>
          <p:cNvSpPr/>
          <p:nvPr/>
        </p:nvSpPr>
        <p:spPr>
          <a:xfrm>
            <a:off x="7510165" y="2666554"/>
            <a:ext cx="70991" cy="70991"/>
          </a:xfrm>
          <a:prstGeom prst="ellipse">
            <a:avLst/>
          </a:prstGeom>
          <a:solidFill>
            <a:srgbClr val="1C1C1C"/>
          </a:solidFill>
          <a:ln w="9525">
            <a:solidFill>
              <a:srgbClr val="C9A84C">
                <a:alpha val="2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2" name="Text 99"/>
          <p:cNvSpPr/>
          <p:nvPr/>
        </p:nvSpPr>
        <p:spPr>
          <a:xfrm>
            <a:off x="7630567" y="2648694"/>
            <a:ext cx="49833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8B7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BLACK</a:t>
            </a:r>
            <a:endParaRPr lang="en-US" sz="560" dirty="0"/>
          </a:p>
        </p:txBody>
      </p:sp>
      <p:sp>
        <p:nvSpPr>
          <p:cNvPr id="103" name="Text 100"/>
          <p:cNvSpPr/>
          <p:nvPr/>
        </p:nvSpPr>
        <p:spPr>
          <a:xfrm>
            <a:off x="4414867" y="2900660"/>
            <a:ext cx="4429661" cy="245566"/>
          </a:xfrm>
          <a:prstGeom prst="rect">
            <a:avLst/>
          </a:prstGeom>
          <a:noFill/>
          <a:ln/>
        </p:spPr>
        <p:txBody>
          <a:bodyPr wrap="none" lIns="0" tIns="57150" rIns="0" bIns="57150" rtlCol="0" anchor="t"/>
          <a:lstStyle/>
          <a:p>
            <a:pPr marL="0" indent="0" algn="ctr">
              <a:lnSpc>
                <a:spcPts val="885"/>
              </a:lnSpc>
              <a:buNone/>
            </a:pPr>
            <a:r>
              <a:rPr lang="en-US" sz="590" kern="0" spc="7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COLORWAYS AVAILABLE</a:t>
            </a:r>
            <a:r>
              <a:rPr lang="en-US" sz="590" kern="0" spc="71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BULK ORDERS </a:t>
            </a:r>
            <a:r>
              <a:rPr lang="en-US" sz="590" kern="0" spc="7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(50+ UNITS)</a:t>
            </a:r>
            <a:endParaRPr lang="en-US" sz="590" dirty="0"/>
          </a:p>
        </p:txBody>
      </p:sp>
      <p:sp>
        <p:nvSpPr>
          <p:cNvPr id="104" name="Text 101"/>
          <p:cNvSpPr/>
          <p:nvPr/>
        </p:nvSpPr>
        <p:spPr>
          <a:xfrm>
            <a:off x="4458295" y="5003750"/>
            <a:ext cx="1844873" cy="7590"/>
          </a:xfrm>
          <a:prstGeom prst="rect">
            <a:avLst/>
          </a:prstGeom>
          <a:gradFill rotWithShape="1">
            <a:gsLst>
              <a:gs pos="0">
                <a:srgbClr val="C9A84C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5" name="Text 102"/>
          <p:cNvSpPr/>
          <p:nvPr/>
        </p:nvSpPr>
        <p:spPr>
          <a:xfrm>
            <a:off x="6303169" y="4954191"/>
            <a:ext cx="666119" cy="106710"/>
          </a:xfrm>
          <a:prstGeom prst="rect">
            <a:avLst/>
          </a:prstGeom>
          <a:solidFill>
            <a:srgbClr val="141414"/>
          </a:solidFill>
          <a:ln/>
        </p:spPr>
        <p:txBody>
          <a:bodyPr wrap="none" lIns="86360" tIns="0" rIns="86360" bIns="0" rtlCol="0" anchor="t"/>
          <a:lstStyle/>
          <a:p>
            <a:pPr marL="0" indent="0" algn="l">
              <a:buNone/>
            </a:pPr>
            <a:r>
              <a:rPr lang="en-US" sz="560" kern="0" spc="157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SML 2026</a:t>
            </a:r>
            <a:endParaRPr lang="en-US" sz="560" dirty="0"/>
          </a:p>
        </p:txBody>
      </p:sp>
      <p:sp>
        <p:nvSpPr>
          <p:cNvPr id="106" name="Text 103"/>
          <p:cNvSpPr/>
          <p:nvPr/>
        </p:nvSpPr>
        <p:spPr>
          <a:xfrm>
            <a:off x="6956227" y="5003750"/>
            <a:ext cx="1844873" cy="7590"/>
          </a:xfrm>
          <a:prstGeom prst="rect">
            <a:avLst/>
          </a:prstGeom>
          <a:gradFill rotWithShape="1">
            <a:gsLst>
              <a:gs pos="0">
                <a:srgbClr val="C9A84C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7" name="Text 104"/>
          <p:cNvSpPr/>
          <p:nvPr/>
        </p:nvSpPr>
        <p:spPr>
          <a:xfrm>
            <a:off x="4925040" y="893137"/>
            <a:ext cx="143470" cy="143470"/>
          </a:xfrm>
          <a:prstGeom prst="ellipse">
            <a:avLst/>
          </a:prstGeom>
          <a:gradFill rotWithShape="1">
            <a:gsLst>
              <a:gs pos="0">
                <a:srgbClr val="FFFFFF">
                  <a:alpha val="2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65000" t="65000" r="35000" b="35000"/>
            </a:path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8" name="Text 105"/>
          <p:cNvSpPr/>
          <p:nvPr/>
        </p:nvSpPr>
        <p:spPr>
          <a:xfrm>
            <a:off x="6425079" y="893137"/>
            <a:ext cx="143470" cy="143470"/>
          </a:xfrm>
          <a:prstGeom prst="ellipse">
            <a:avLst/>
          </a:prstGeom>
          <a:gradFill rotWithShape="1">
            <a:gsLst>
              <a:gs pos="0">
                <a:srgbClr val="FFFFFF">
                  <a:alpha val="2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65000" t="65000" r="35000" b="35000"/>
            </a:path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9" name="Text 106"/>
          <p:cNvSpPr/>
          <p:nvPr/>
        </p:nvSpPr>
        <p:spPr>
          <a:xfrm>
            <a:off x="7925117" y="893137"/>
            <a:ext cx="143470" cy="143470"/>
          </a:xfrm>
          <a:prstGeom prst="ellipse">
            <a:avLst/>
          </a:prstGeom>
          <a:gradFill rotWithShape="1">
            <a:gsLst>
              <a:gs pos="0">
                <a:srgbClr val="FFFFFF">
                  <a:alpha val="2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65000" t="65000" r="35000" b="35000"/>
            </a:path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0" name="Text 107"/>
          <p:cNvSpPr/>
          <p:nvPr/>
        </p:nvSpPr>
        <p:spPr>
          <a:xfrm>
            <a:off x="4925040" y="1685201"/>
            <a:ext cx="143470" cy="143470"/>
          </a:xfrm>
          <a:prstGeom prst="ellipse">
            <a:avLst/>
          </a:prstGeom>
          <a:gradFill rotWithShape="1">
            <a:gsLst>
              <a:gs pos="0">
                <a:srgbClr val="FFFFFF">
                  <a:alpha val="2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65000" t="65000" r="35000" b="35000"/>
            </a:path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1" name="Text 108"/>
          <p:cNvSpPr/>
          <p:nvPr/>
        </p:nvSpPr>
        <p:spPr>
          <a:xfrm>
            <a:off x="6425079" y="1685201"/>
            <a:ext cx="143470" cy="143470"/>
          </a:xfrm>
          <a:prstGeom prst="ellipse">
            <a:avLst/>
          </a:prstGeom>
          <a:gradFill rotWithShape="1">
            <a:gsLst>
              <a:gs pos="0">
                <a:srgbClr val="FFFFFF">
                  <a:alpha val="2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65000" t="65000" r="35000" b="35000"/>
            </a:path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2" name="Text 109"/>
          <p:cNvSpPr/>
          <p:nvPr/>
        </p:nvSpPr>
        <p:spPr>
          <a:xfrm>
            <a:off x="7925117" y="1685201"/>
            <a:ext cx="143470" cy="143470"/>
          </a:xfrm>
          <a:prstGeom prst="ellipse">
            <a:avLst/>
          </a:prstGeom>
          <a:gradFill rotWithShape="1">
            <a:gsLst>
              <a:gs pos="0">
                <a:srgbClr val="FFFFFF">
                  <a:alpha val="2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65000" t="65000" r="35000" b="35000"/>
            </a:path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3" name="Text 110"/>
          <p:cNvSpPr/>
          <p:nvPr/>
        </p:nvSpPr>
        <p:spPr>
          <a:xfrm>
            <a:off x="4136380" y="0"/>
            <a:ext cx="13841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C9A84C">
                  <a:alpha val="35000"/>
                </a:srgbClr>
              </a:gs>
              <a:gs pos="80000">
                <a:srgbClr val="C9A84C">
                  <a:alpha val="3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C9A84C">
                  <a:alpha val="4000"/>
                </a:srgbClr>
              </a:gs>
              <a:gs pos="33333">
                <a:srgbClr val="C9A84C">
                  <a:alpha val="4000"/>
                </a:srgbClr>
              </a:gs>
              <a:gs pos="66667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189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25000">
                <a:srgbClr val="C9A84C">
                  <a:alpha val="3000"/>
                </a:srgbClr>
              </a:gs>
              <a:gs pos="50000">
                <a:srgbClr val="C9A84C">
                  <a:alpha val="3000"/>
                </a:srgbClr>
              </a:gs>
              <a:gs pos="75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624959" y="1392585"/>
            <a:ext cx="3304319" cy="2358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70"/>
              </a:lnSpc>
              <a:buNone/>
            </a:pPr>
            <a:r>
              <a:rPr lang="en-US" sz="12380" b="1" kern="0" spc="-450" dirty="0">
                <a:solidFill>
                  <a:srgbClr val="C9A84C">
                    <a:alpha val="4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SML</a:t>
            </a:r>
            <a:endParaRPr lang="en-US" sz="1238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35421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C9A84C"/>
              </a:gs>
              <a:gs pos="80000">
                <a:srgbClr val="C9A84C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0050" y="200620"/>
            <a:ext cx="917829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280" dirty="0">
                <a:solidFill>
                  <a:srgbClr val="8B7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SELF MADE LEGENDS · 2026 BRAND CATALOG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400050" y="347811"/>
            <a:ext cx="8927973" cy="299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60"/>
              </a:lnSpc>
              <a:spcAft>
                <a:spcPts val="230"/>
              </a:spcAft>
              <a:buNone/>
            </a:pPr>
            <a:r>
              <a:rPr lang="en-US" sz="2360" kern="0" spc="560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TO ORDER</a:t>
            </a:r>
            <a:endParaRPr lang="en-US" sz="2360" dirty="0"/>
          </a:p>
        </p:txBody>
      </p:sp>
      <p:sp>
        <p:nvSpPr>
          <p:cNvPr id="8" name="Text 6"/>
          <p:cNvSpPr/>
          <p:nvPr/>
        </p:nvSpPr>
        <p:spPr>
          <a:xfrm>
            <a:off x="400050" y="676721"/>
            <a:ext cx="917829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kern="0" spc="230" dirty="0">
                <a:solidFill>
                  <a:srgbClr val="8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A LEGEND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400050" y="886718"/>
            <a:ext cx="571500" cy="7590"/>
          </a:xfrm>
          <a:prstGeom prst="rect">
            <a:avLst/>
          </a:prstGeom>
          <a:gradFill rotWithShape="1">
            <a:gsLst>
              <a:gs pos="0">
                <a:srgbClr val="C9A84C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0050" y="1022449"/>
            <a:ext cx="4029075" cy="527149"/>
          </a:xfrm>
          <a:prstGeom prst="roundRect">
            <a:avLst>
              <a:gd name="adj" fmla="val 2650"/>
            </a:avLst>
          </a:prstGeom>
          <a:solidFill>
            <a:srgbClr val="C9A84C">
              <a:alpha val="3000"/>
            </a:srgbClr>
          </a:solidFill>
          <a:ln w="9525">
            <a:solidFill>
              <a:srgbClr val="C9A84C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9885" y="1118295"/>
            <a:ext cx="228600" cy="228600"/>
          </a:xfrm>
          <a:prstGeom prst="ellipse">
            <a:avLst/>
          </a:prstGeom>
          <a:solidFill>
            <a:srgbClr val="C9A84C">
              <a:alpha val="10000"/>
            </a:srgbClr>
          </a:solidFill>
          <a:ln w="9525">
            <a:solidFill>
              <a:srgbClr val="C9A84C">
                <a:alpha val="2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891" y="1166301"/>
            <a:ext cx="132588" cy="13258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4805" y="1110704"/>
            <a:ext cx="3843933" cy="78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20"/>
              </a:lnSpc>
              <a:buNone/>
            </a:pPr>
            <a:r>
              <a:rPr lang="en-US" sz="620" b="1" kern="0" spc="170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MINIMUM ORDER QUANTITIES</a:t>
            </a:r>
            <a:endParaRPr lang="en-US" sz="620" dirty="0"/>
          </a:p>
        </p:txBody>
      </p:sp>
      <p:sp>
        <p:nvSpPr>
          <p:cNvPr id="14" name="Text 11"/>
          <p:cNvSpPr/>
          <p:nvPr/>
        </p:nvSpPr>
        <p:spPr>
          <a:xfrm>
            <a:off x="824805" y="1211014"/>
            <a:ext cx="3564374" cy="262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730" dirty="0">
                <a:solidFill>
                  <a:srgbClr val="F5EDD6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singles via SML website · Wholesale MOQ: 12 units/style · Bulk custom: 50+ units</a:t>
            </a:r>
            <a:endParaRPr lang="en-US" sz="730" dirty="0"/>
          </a:p>
        </p:txBody>
      </p:sp>
      <p:sp>
        <p:nvSpPr>
          <p:cNvPr id="15" name="Text 12"/>
          <p:cNvSpPr/>
          <p:nvPr/>
        </p:nvSpPr>
        <p:spPr>
          <a:xfrm>
            <a:off x="4714875" y="1022449"/>
            <a:ext cx="4029075" cy="527149"/>
          </a:xfrm>
          <a:prstGeom prst="roundRect">
            <a:avLst>
              <a:gd name="adj" fmla="val 2650"/>
            </a:avLst>
          </a:prstGeom>
          <a:solidFill>
            <a:srgbClr val="C9A84C">
              <a:alpha val="3000"/>
            </a:srgbClr>
          </a:solidFill>
          <a:ln w="9525">
            <a:solidFill>
              <a:srgbClr val="C9A84C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824710" y="1118295"/>
            <a:ext cx="228600" cy="228600"/>
          </a:xfrm>
          <a:prstGeom prst="ellipse">
            <a:avLst/>
          </a:prstGeom>
          <a:solidFill>
            <a:srgbClr val="C9A84C">
              <a:alpha val="10000"/>
            </a:srgbClr>
          </a:solidFill>
          <a:ln w="9525">
            <a:solidFill>
              <a:srgbClr val="C9A84C">
                <a:alpha val="2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72716" y="1166301"/>
            <a:ext cx="132588" cy="1325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139630" y="1110704"/>
            <a:ext cx="3843933" cy="78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20"/>
              </a:lnSpc>
              <a:buNone/>
            </a:pPr>
            <a:r>
              <a:rPr lang="en-US" sz="620" b="1" kern="0" spc="170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LEAD TIMES</a:t>
            </a:r>
            <a:endParaRPr lang="en-US" sz="620" dirty="0"/>
          </a:p>
        </p:txBody>
      </p:sp>
      <p:sp>
        <p:nvSpPr>
          <p:cNvPr id="19" name="Text 15"/>
          <p:cNvSpPr/>
          <p:nvPr/>
        </p:nvSpPr>
        <p:spPr>
          <a:xfrm>
            <a:off x="5139630" y="1211014"/>
            <a:ext cx="3564374" cy="262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730" dirty="0">
                <a:solidFill>
                  <a:srgbClr val="F5EDD6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In-stock: 5–10 business days · Made-to-order: 4–6 weeks · Custom/branded: 8–12 weeks</a:t>
            </a:r>
            <a:endParaRPr lang="en-US" sz="730" dirty="0"/>
          </a:p>
        </p:txBody>
      </p:sp>
      <p:sp>
        <p:nvSpPr>
          <p:cNvPr id="20" name="Text 16"/>
          <p:cNvSpPr/>
          <p:nvPr/>
        </p:nvSpPr>
        <p:spPr>
          <a:xfrm>
            <a:off x="400050" y="1606748"/>
            <a:ext cx="4029075" cy="527149"/>
          </a:xfrm>
          <a:prstGeom prst="roundRect">
            <a:avLst>
              <a:gd name="adj" fmla="val 2650"/>
            </a:avLst>
          </a:prstGeom>
          <a:solidFill>
            <a:srgbClr val="C9A84C">
              <a:alpha val="3000"/>
            </a:srgbClr>
          </a:solidFill>
          <a:ln w="9525">
            <a:solidFill>
              <a:srgbClr val="C9A84C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509885" y="1702594"/>
            <a:ext cx="228600" cy="228600"/>
          </a:xfrm>
          <a:prstGeom prst="ellipse">
            <a:avLst/>
          </a:prstGeom>
          <a:solidFill>
            <a:srgbClr val="C9A84C">
              <a:alpha val="10000"/>
            </a:srgbClr>
          </a:solidFill>
          <a:ln w="9525">
            <a:solidFill>
              <a:srgbClr val="C9A84C">
                <a:alpha val="2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7891" y="1750600"/>
            <a:ext cx="132588" cy="13258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24805" y="1695004"/>
            <a:ext cx="3843933" cy="78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20"/>
              </a:lnSpc>
              <a:buNone/>
            </a:pPr>
            <a:r>
              <a:rPr lang="en-US" sz="620" b="1" kern="0" spc="170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SHIPPING &amp; FULFILLMENT</a:t>
            </a:r>
            <a:endParaRPr lang="en-US" sz="620" dirty="0"/>
          </a:p>
        </p:txBody>
      </p:sp>
      <p:sp>
        <p:nvSpPr>
          <p:cNvPr id="24" name="Text 19"/>
          <p:cNvSpPr/>
          <p:nvPr/>
        </p:nvSpPr>
        <p:spPr>
          <a:xfrm>
            <a:off x="824805" y="1795314"/>
            <a:ext cx="3564374" cy="262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730" dirty="0">
                <a:solidFill>
                  <a:srgbClr val="F5EDD6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 shipping · US standard 3–5 days, express 1–2 days · White-label wholesale fulfillment</a:t>
            </a:r>
            <a:endParaRPr lang="en-US" sz="730" dirty="0"/>
          </a:p>
        </p:txBody>
      </p:sp>
      <p:sp>
        <p:nvSpPr>
          <p:cNvPr id="25" name="Text 20"/>
          <p:cNvSpPr/>
          <p:nvPr/>
        </p:nvSpPr>
        <p:spPr>
          <a:xfrm>
            <a:off x="4714875" y="1606748"/>
            <a:ext cx="4029075" cy="527149"/>
          </a:xfrm>
          <a:prstGeom prst="roundRect">
            <a:avLst>
              <a:gd name="adj" fmla="val 2650"/>
            </a:avLst>
          </a:prstGeom>
          <a:solidFill>
            <a:srgbClr val="C9A84C">
              <a:alpha val="3000"/>
            </a:srgbClr>
          </a:solidFill>
          <a:ln w="9525">
            <a:solidFill>
              <a:srgbClr val="C9A84C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4824710" y="1702594"/>
            <a:ext cx="228600" cy="228600"/>
          </a:xfrm>
          <a:prstGeom prst="ellipse">
            <a:avLst/>
          </a:prstGeom>
          <a:solidFill>
            <a:srgbClr val="C9A84C">
              <a:alpha val="10000"/>
            </a:srgbClr>
          </a:solidFill>
          <a:ln w="9525">
            <a:solidFill>
              <a:srgbClr val="C9A84C">
                <a:alpha val="2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72716" y="1750600"/>
            <a:ext cx="132588" cy="13258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139630" y="1695004"/>
            <a:ext cx="3843933" cy="78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20"/>
              </a:lnSpc>
              <a:buNone/>
            </a:pPr>
            <a:r>
              <a:rPr lang="en-US" sz="620" b="1" kern="0" spc="170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PRICING TIERS</a:t>
            </a:r>
            <a:endParaRPr lang="en-US" sz="620" dirty="0"/>
          </a:p>
        </p:txBody>
      </p:sp>
      <p:sp>
        <p:nvSpPr>
          <p:cNvPr id="29" name="Text 23"/>
          <p:cNvSpPr/>
          <p:nvPr/>
        </p:nvSpPr>
        <p:spPr>
          <a:xfrm>
            <a:off x="5139630" y="1795314"/>
            <a:ext cx="3564374" cy="262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730" dirty="0">
                <a:solidFill>
                  <a:srgbClr val="F5EDD6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MSRP per product · Wholesale: 40–50% off at 12+ units · Bulk custom: contact for quote</a:t>
            </a:r>
            <a:endParaRPr lang="en-US" sz="730" dirty="0"/>
          </a:p>
        </p:txBody>
      </p:sp>
      <p:sp>
        <p:nvSpPr>
          <p:cNvPr id="30" name="Text 24"/>
          <p:cNvSpPr/>
          <p:nvPr/>
        </p:nvSpPr>
        <p:spPr>
          <a:xfrm>
            <a:off x="400050" y="2191048"/>
            <a:ext cx="4029075" cy="412700"/>
          </a:xfrm>
          <a:prstGeom prst="roundRect">
            <a:avLst>
              <a:gd name="adj" fmla="val 3385"/>
            </a:avLst>
          </a:prstGeom>
          <a:solidFill>
            <a:srgbClr val="C9A84C">
              <a:alpha val="3000"/>
            </a:srgbClr>
          </a:solidFill>
          <a:ln w="9525">
            <a:solidFill>
              <a:srgbClr val="C9A84C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5"/>
          <p:cNvSpPr/>
          <p:nvPr/>
        </p:nvSpPr>
        <p:spPr>
          <a:xfrm>
            <a:off x="509885" y="2286893"/>
            <a:ext cx="228600" cy="228600"/>
          </a:xfrm>
          <a:prstGeom prst="ellipse">
            <a:avLst/>
          </a:prstGeom>
          <a:solidFill>
            <a:srgbClr val="C9A84C">
              <a:alpha val="10000"/>
            </a:srgbClr>
          </a:solidFill>
          <a:ln w="9525">
            <a:solidFill>
              <a:srgbClr val="C9A84C">
                <a:alpha val="2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7891" y="2334899"/>
            <a:ext cx="132588" cy="13258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824805" y="2279303"/>
            <a:ext cx="3843933" cy="78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20"/>
              </a:lnSpc>
              <a:buNone/>
            </a:pPr>
            <a:r>
              <a:rPr lang="en-US" sz="620" b="1" kern="0" spc="170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QUALITY GUARANTEE</a:t>
            </a:r>
            <a:endParaRPr lang="en-US" sz="620" dirty="0"/>
          </a:p>
        </p:txBody>
      </p:sp>
      <p:sp>
        <p:nvSpPr>
          <p:cNvPr id="34" name="Text 27"/>
          <p:cNvSpPr/>
          <p:nvPr/>
        </p:nvSpPr>
        <p:spPr>
          <a:xfrm>
            <a:off x="824805" y="2379613"/>
            <a:ext cx="3843933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730" dirty="0">
                <a:solidFill>
                  <a:srgbClr val="F5EDD6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defect warranty on all items · 100% replacement for manufacturing defects</a:t>
            </a:r>
            <a:endParaRPr lang="en-US" sz="730" dirty="0"/>
          </a:p>
        </p:txBody>
      </p:sp>
      <p:sp>
        <p:nvSpPr>
          <p:cNvPr id="35" name="Text 28"/>
          <p:cNvSpPr/>
          <p:nvPr/>
        </p:nvSpPr>
        <p:spPr>
          <a:xfrm>
            <a:off x="4714875" y="2191048"/>
            <a:ext cx="4029075" cy="412700"/>
          </a:xfrm>
          <a:prstGeom prst="roundRect">
            <a:avLst>
              <a:gd name="adj" fmla="val 3385"/>
            </a:avLst>
          </a:prstGeom>
          <a:solidFill>
            <a:srgbClr val="C9A84C">
              <a:alpha val="3000"/>
            </a:srgbClr>
          </a:solidFill>
          <a:ln w="9525">
            <a:solidFill>
              <a:srgbClr val="C9A84C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29"/>
          <p:cNvSpPr/>
          <p:nvPr/>
        </p:nvSpPr>
        <p:spPr>
          <a:xfrm>
            <a:off x="4824710" y="2286893"/>
            <a:ext cx="228600" cy="228600"/>
          </a:xfrm>
          <a:prstGeom prst="ellipse">
            <a:avLst/>
          </a:prstGeom>
          <a:solidFill>
            <a:srgbClr val="C9A84C">
              <a:alpha val="10000"/>
            </a:srgbClr>
          </a:solidFill>
          <a:ln w="9525">
            <a:solidFill>
              <a:srgbClr val="C9A84C">
                <a:alpha val="2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72716" y="2334899"/>
            <a:ext cx="132588" cy="13258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139630" y="2279303"/>
            <a:ext cx="3843933" cy="78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20"/>
              </a:lnSpc>
              <a:buNone/>
            </a:pPr>
            <a:r>
              <a:rPr lang="en-US" sz="620" b="1" kern="0" spc="170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BRAND AMBASSADOR PROGRAM</a:t>
            </a:r>
            <a:endParaRPr lang="en-US" sz="620" dirty="0"/>
          </a:p>
        </p:txBody>
      </p:sp>
      <p:sp>
        <p:nvSpPr>
          <p:cNvPr id="39" name="Text 31"/>
          <p:cNvSpPr/>
          <p:nvPr/>
        </p:nvSpPr>
        <p:spPr>
          <a:xfrm>
            <a:off x="5139630" y="2379613"/>
            <a:ext cx="3843933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730" dirty="0">
                <a:solidFill>
                  <a:srgbClr val="F5EDD6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at selfmadelegendsz.com/partners · Commission-based + product gifting included</a:t>
            </a:r>
            <a:endParaRPr lang="en-US" sz="730" dirty="0"/>
          </a:p>
        </p:txBody>
      </p:sp>
      <p:sp>
        <p:nvSpPr>
          <p:cNvPr id="40" name="Text 32"/>
          <p:cNvSpPr/>
          <p:nvPr/>
        </p:nvSpPr>
        <p:spPr>
          <a:xfrm>
            <a:off x="400050" y="2660898"/>
            <a:ext cx="4029075" cy="412700"/>
          </a:xfrm>
          <a:prstGeom prst="roundRect">
            <a:avLst>
              <a:gd name="adj" fmla="val 3385"/>
            </a:avLst>
          </a:prstGeom>
          <a:solidFill>
            <a:srgbClr val="C9A84C">
              <a:alpha val="3000"/>
            </a:srgbClr>
          </a:solidFill>
          <a:ln w="9525">
            <a:solidFill>
              <a:srgbClr val="C9A84C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3"/>
          <p:cNvSpPr/>
          <p:nvPr/>
        </p:nvSpPr>
        <p:spPr>
          <a:xfrm>
            <a:off x="509885" y="2756743"/>
            <a:ext cx="228600" cy="228600"/>
          </a:xfrm>
          <a:prstGeom prst="ellipse">
            <a:avLst/>
          </a:prstGeom>
          <a:solidFill>
            <a:srgbClr val="C9A84C">
              <a:alpha val="10000"/>
            </a:srgbClr>
          </a:solidFill>
          <a:ln w="9525">
            <a:solidFill>
              <a:srgbClr val="C9A84C">
                <a:alpha val="2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7891" y="2804749"/>
            <a:ext cx="132588" cy="132588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824805" y="2749153"/>
            <a:ext cx="3843933" cy="78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20"/>
              </a:lnSpc>
              <a:buNone/>
            </a:pPr>
            <a:r>
              <a:rPr lang="en-US" sz="620" b="1" kern="0" spc="170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CONTACT</a:t>
            </a:r>
            <a:endParaRPr lang="en-US" sz="620" dirty="0"/>
          </a:p>
        </p:txBody>
      </p:sp>
      <p:sp>
        <p:nvSpPr>
          <p:cNvPr id="44" name="Text 35"/>
          <p:cNvSpPr/>
          <p:nvPr/>
        </p:nvSpPr>
        <p:spPr>
          <a:xfrm>
            <a:off x="824805" y="2849463"/>
            <a:ext cx="3843933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730" dirty="0">
                <a:solidFill>
                  <a:srgbClr val="F5EDD6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orders@selfmadelegendsz.com  ·  [ ADD PHONE NUMBER ]</a:t>
            </a:r>
            <a:endParaRPr lang="en-US" sz="730" dirty="0"/>
          </a:p>
        </p:txBody>
      </p:sp>
      <p:sp>
        <p:nvSpPr>
          <p:cNvPr id="45" name="Text 36"/>
          <p:cNvSpPr/>
          <p:nvPr/>
        </p:nvSpPr>
        <p:spPr>
          <a:xfrm>
            <a:off x="4714875" y="2660898"/>
            <a:ext cx="4029075" cy="412700"/>
          </a:xfrm>
          <a:prstGeom prst="roundRect">
            <a:avLst>
              <a:gd name="adj" fmla="val 3385"/>
            </a:avLst>
          </a:prstGeom>
          <a:solidFill>
            <a:srgbClr val="C9A84C">
              <a:alpha val="3000"/>
            </a:srgbClr>
          </a:solidFill>
          <a:ln w="9525">
            <a:solidFill>
              <a:srgbClr val="C9A84C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7"/>
          <p:cNvSpPr/>
          <p:nvPr/>
        </p:nvSpPr>
        <p:spPr>
          <a:xfrm>
            <a:off x="4824710" y="2756743"/>
            <a:ext cx="228600" cy="228600"/>
          </a:xfrm>
          <a:prstGeom prst="ellipse">
            <a:avLst/>
          </a:prstGeom>
          <a:solidFill>
            <a:srgbClr val="C9A84C">
              <a:alpha val="10000"/>
            </a:srgbClr>
          </a:solidFill>
          <a:ln w="9525">
            <a:solidFill>
              <a:srgbClr val="C9A84C">
                <a:alpha val="2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72716" y="2804749"/>
            <a:ext cx="132588" cy="132588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5139630" y="2749153"/>
            <a:ext cx="3843933" cy="78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20"/>
              </a:lnSpc>
              <a:buNone/>
            </a:pPr>
            <a:r>
              <a:rPr lang="en-US" sz="620" b="1" kern="0" spc="170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ONLINE</a:t>
            </a:r>
            <a:endParaRPr lang="en-US" sz="620" dirty="0"/>
          </a:p>
        </p:txBody>
      </p:sp>
      <p:sp>
        <p:nvSpPr>
          <p:cNvPr id="49" name="Text 39"/>
          <p:cNvSpPr/>
          <p:nvPr/>
        </p:nvSpPr>
        <p:spPr>
          <a:xfrm>
            <a:off x="5139630" y="2849463"/>
            <a:ext cx="3843933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730" dirty="0">
                <a:solidFill>
                  <a:srgbClr val="F5EDD6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selfmadelegendsz.com  ·  @SelfMadeLegends on all platforms</a:t>
            </a:r>
            <a:endParaRPr lang="en-US" sz="730" dirty="0"/>
          </a:p>
        </p:txBody>
      </p:sp>
      <p:sp>
        <p:nvSpPr>
          <p:cNvPr id="50" name="Text 40"/>
          <p:cNvSpPr/>
          <p:nvPr/>
        </p:nvSpPr>
        <p:spPr>
          <a:xfrm>
            <a:off x="0" y="4885730"/>
            <a:ext cx="9144000" cy="257770"/>
          </a:xfrm>
          <a:prstGeom prst="rect">
            <a:avLst/>
          </a:prstGeom>
          <a:solidFill>
            <a:srgbClr val="C9A84C">
              <a:alpha val="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1"/>
          <p:cNvSpPr/>
          <p:nvPr/>
        </p:nvSpPr>
        <p:spPr>
          <a:xfrm>
            <a:off x="0" y="4885730"/>
            <a:ext cx="9144000" cy="9525"/>
          </a:xfrm>
          <a:prstGeom prst="rect">
            <a:avLst/>
          </a:prstGeom>
          <a:solidFill>
            <a:srgbClr val="C9A84C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2"/>
          <p:cNvSpPr/>
          <p:nvPr/>
        </p:nvSpPr>
        <p:spPr>
          <a:xfrm>
            <a:off x="2025700" y="4965948"/>
            <a:ext cx="1502539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8B7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SELF MADE LEGENDS</a:t>
            </a:r>
            <a:endParaRPr lang="en-US" sz="560" dirty="0"/>
          </a:p>
        </p:txBody>
      </p:sp>
      <p:sp>
        <p:nvSpPr>
          <p:cNvPr id="53" name="Text 43"/>
          <p:cNvSpPr/>
          <p:nvPr/>
        </p:nvSpPr>
        <p:spPr>
          <a:xfrm>
            <a:off x="3477964" y="5008513"/>
            <a:ext cx="21580" cy="21580"/>
          </a:xfrm>
          <a:prstGeom prst="ellipse">
            <a:avLst/>
          </a:prstGeom>
          <a:solidFill>
            <a:srgbClr val="C9A84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4"/>
          <p:cNvSpPr/>
          <p:nvPr/>
        </p:nvSpPr>
        <p:spPr>
          <a:xfrm>
            <a:off x="3585865" y="4965948"/>
            <a:ext cx="712470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8B7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EST. 2026</a:t>
            </a:r>
            <a:endParaRPr lang="en-US" sz="560" dirty="0"/>
          </a:p>
        </p:txBody>
      </p:sp>
      <p:sp>
        <p:nvSpPr>
          <p:cNvPr id="55" name="Text 45"/>
          <p:cNvSpPr/>
          <p:nvPr/>
        </p:nvSpPr>
        <p:spPr>
          <a:xfrm>
            <a:off x="4319885" y="5008513"/>
            <a:ext cx="21580" cy="21580"/>
          </a:xfrm>
          <a:prstGeom prst="ellipse">
            <a:avLst/>
          </a:prstGeom>
          <a:solidFill>
            <a:srgbClr val="C9A84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46"/>
          <p:cNvSpPr/>
          <p:nvPr/>
        </p:nvSpPr>
        <p:spPr>
          <a:xfrm>
            <a:off x="4427786" y="4965948"/>
            <a:ext cx="154297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8B7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LUXURY STREETWEAR</a:t>
            </a:r>
            <a:endParaRPr lang="en-US" sz="560" dirty="0"/>
          </a:p>
        </p:txBody>
      </p:sp>
      <p:sp>
        <p:nvSpPr>
          <p:cNvPr id="57" name="Text 47"/>
          <p:cNvSpPr/>
          <p:nvPr/>
        </p:nvSpPr>
        <p:spPr>
          <a:xfrm>
            <a:off x="5916811" y="5008513"/>
            <a:ext cx="21580" cy="21580"/>
          </a:xfrm>
          <a:prstGeom prst="ellipse">
            <a:avLst/>
          </a:prstGeom>
          <a:solidFill>
            <a:srgbClr val="C9A84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48"/>
          <p:cNvSpPr/>
          <p:nvPr/>
        </p:nvSpPr>
        <p:spPr>
          <a:xfrm>
            <a:off x="6024711" y="4965948"/>
            <a:ext cx="1202784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8B7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SELFMADELEGENDSZ.COM</a:t>
            </a:r>
            <a:endParaRPr lang="en-US" sz="5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alphaModFix amt="28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7015" y="0"/>
            <a:ext cx="642997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60000">
                <a:srgbClr val="FFFFFF"/>
              </a:gs>
              <a:gs pos="30000">
                <a:srgbClr val="000000">
                  <a:alpha val="0"/>
                </a:srgbClr>
              </a:gs>
              <a:gs pos="100000">
                <a:srgbClr val="080808">
                  <a:alpha val="8500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1343620" y="800100"/>
            <a:ext cx="13841" cy="13841"/>
          </a:xfrm>
          <a:prstGeom prst="ellipse">
            <a:avLst/>
          </a:prstGeom>
          <a:solidFill>
            <a:srgbClr val="C9A84C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715720" y="628650"/>
            <a:ext cx="21580" cy="21580"/>
          </a:xfrm>
          <a:prstGeom prst="ellipse">
            <a:avLst/>
          </a:prstGeom>
          <a:solidFill>
            <a:srgbClr val="C9A84C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572220" y="4143970"/>
            <a:ext cx="13841" cy="13841"/>
          </a:xfrm>
          <a:prstGeom prst="ellipse">
            <a:avLst/>
          </a:prstGeom>
          <a:solidFill>
            <a:srgbClr val="C9A84C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500491" y="4000500"/>
            <a:ext cx="13841" cy="13841"/>
          </a:xfrm>
          <a:prstGeom prst="ellipse">
            <a:avLst/>
          </a:prstGeom>
          <a:solidFill>
            <a:srgbClr val="C9A84C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00360" y="1428750"/>
            <a:ext cx="21580" cy="21580"/>
          </a:xfrm>
          <a:prstGeom prst="ellipse">
            <a:avLst/>
          </a:prstGeom>
          <a:solidFill>
            <a:srgbClr val="C9A84C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572500" y="2143720"/>
            <a:ext cx="13841" cy="13841"/>
          </a:xfrm>
          <a:prstGeom prst="ellipse">
            <a:avLst/>
          </a:prstGeom>
          <a:solidFill>
            <a:srgbClr val="C9A84C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8357741" y="3143250"/>
            <a:ext cx="7590" cy="7590"/>
          </a:xfrm>
          <a:prstGeom prst="ellipse">
            <a:avLst/>
          </a:prstGeom>
          <a:solidFill>
            <a:srgbClr val="C9A84C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572000" y="1143000"/>
            <a:ext cx="7590" cy="7590"/>
          </a:xfrm>
          <a:prstGeom prst="ellipse">
            <a:avLst/>
          </a:prstGeom>
          <a:solidFill>
            <a:srgbClr val="C9A84C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71450" y="4629150"/>
            <a:ext cx="9525" cy="34290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8963025" y="4629150"/>
            <a:ext cx="9525" cy="34290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729551" y="565249"/>
            <a:ext cx="1684749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560" kern="0" spc="252" dirty="0">
                <a:solidFill>
                  <a:srgbClr val="8B7A4A">
                    <a:alpha val="7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LEGEND CONTINUES</a:t>
            </a:r>
            <a:endParaRPr lang="en-US" sz="560" dirty="0"/>
          </a:p>
        </p:txBody>
      </p:sp>
      <p:sp>
        <p:nvSpPr>
          <p:cNvPr id="15" name="Text 12"/>
          <p:cNvSpPr/>
          <p:nvPr/>
        </p:nvSpPr>
        <p:spPr>
          <a:xfrm>
            <a:off x="-91440" y="742950"/>
            <a:ext cx="9326880" cy="1381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180"/>
              </a:lnSpc>
              <a:buNone/>
            </a:pPr>
            <a:r>
              <a:rPr lang="en-US" sz="5180" b="1" kern="0" spc="932" dirty="0">
                <a:solidFill>
                  <a:srgbClr val="C9A84C"/>
                </a:solidFill>
                <a:effectLst>
                  <a:glow rad="2143125">
                    <a:srgbClr val="C9A84C">
                      <a:alpha val="6000"/>
                    </a:srgbClr>
                  </a:glo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 ARE THE LEGEND.</a:t>
            </a:r>
            <a:endParaRPr lang="en-US" sz="5180" dirty="0"/>
          </a:p>
        </p:txBody>
      </p:sp>
      <p:sp>
        <p:nvSpPr>
          <p:cNvPr id="16" name="Text 13"/>
          <p:cNvSpPr/>
          <p:nvPr/>
        </p:nvSpPr>
        <p:spPr>
          <a:xfrm>
            <a:off x="3286125" y="2186732"/>
            <a:ext cx="2571750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C9A84C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386013" y="2322463"/>
            <a:ext cx="4371975" cy="614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36"/>
              </a:lnSpc>
              <a:buNone/>
            </a:pPr>
            <a:r>
              <a:rPr lang="en-US" sz="960" kern="0" spc="38" dirty="0">
                <a:solidFill>
                  <a:srgbClr val="F5EDD6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 in this catalog was made for those who build their own way —</a:t>
            </a:r>
            <a:br/>
            <a:r>
              <a:rPr lang="en-US" sz="960" kern="0" spc="38" dirty="0">
                <a:solidFill>
                  <a:srgbClr val="F5EDD6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shortcuts, no limits, no apologies.</a:t>
            </a:r>
            <a:endParaRPr lang="en-US" sz="960" dirty="0"/>
          </a:p>
        </p:txBody>
      </p:sp>
      <p:sp>
        <p:nvSpPr>
          <p:cNvPr id="18" name="Text 15"/>
          <p:cNvSpPr/>
          <p:nvPr/>
        </p:nvSpPr>
        <p:spPr>
          <a:xfrm>
            <a:off x="4293245" y="3050828"/>
            <a:ext cx="557510" cy="557510"/>
          </a:xfrm>
          <a:prstGeom prst="ellipse">
            <a:avLst/>
          </a:prstGeom>
          <a:gradFill rotWithShape="1">
            <a:gsLst>
              <a:gs pos="0">
                <a:srgbClr val="C9A84C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9525">
            <a:solidFill>
              <a:srgbClr val="C9A84C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9635" y="3217218"/>
            <a:ext cx="224730" cy="22473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418112" y="3657749"/>
            <a:ext cx="30777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30"/>
              </a:lnSpc>
              <a:buNone/>
            </a:pPr>
            <a:r>
              <a:rPr lang="en-US" sz="620" kern="0" spc="310" dirty="0">
                <a:solidFill>
                  <a:srgbClr val="C9A84C">
                    <a:alpha val="85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SML</a:t>
            </a:r>
            <a:endParaRPr lang="en-US" sz="620" dirty="0"/>
          </a:p>
        </p:txBody>
      </p:sp>
      <p:sp>
        <p:nvSpPr>
          <p:cNvPr id="21" name="Text 17"/>
          <p:cNvSpPr/>
          <p:nvPr/>
        </p:nvSpPr>
        <p:spPr>
          <a:xfrm>
            <a:off x="3318145" y="3834110"/>
            <a:ext cx="250756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75"/>
              </a:lnSpc>
              <a:buNone/>
            </a:pPr>
            <a:r>
              <a:rPr lang="en-US" sz="650" kern="0" spc="227" dirty="0">
                <a:solidFill>
                  <a:srgbClr val="C9A84C">
                    <a:alpha val="9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SELF MADE LEGENDS  ·  EST. 2026</a:t>
            </a:r>
            <a:endParaRPr lang="en-US" sz="650" dirty="0"/>
          </a:p>
        </p:txBody>
      </p:sp>
      <p:sp>
        <p:nvSpPr>
          <p:cNvPr id="22" name="Text 18"/>
          <p:cNvSpPr/>
          <p:nvPr/>
        </p:nvSpPr>
        <p:spPr>
          <a:xfrm>
            <a:off x="3857625" y="4058245"/>
            <a:ext cx="1428750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C9A84C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29120" y="4240345"/>
            <a:ext cx="132588" cy="1325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641223" y="4237137"/>
            <a:ext cx="102221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5"/>
              </a:lnSpc>
              <a:buNone/>
            </a:pPr>
            <a:r>
              <a:rPr lang="en-US" sz="73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@SelfMadeLegends</a:t>
            </a:r>
            <a:endParaRPr lang="en-US" sz="730" dirty="0"/>
          </a:p>
        </p:txBody>
      </p:sp>
      <p:sp>
        <p:nvSpPr>
          <p:cNvPr id="25" name="Text 20"/>
          <p:cNvSpPr/>
          <p:nvPr/>
        </p:nvSpPr>
        <p:spPr>
          <a:xfrm>
            <a:off x="3817590" y="4295775"/>
            <a:ext cx="21580" cy="21580"/>
          </a:xfrm>
          <a:prstGeom prst="ellipse">
            <a:avLst/>
          </a:prstGeom>
          <a:solidFill>
            <a:srgbClr val="C9A84C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16359" y="4240345"/>
            <a:ext cx="132588" cy="13258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128462" y="4237137"/>
            <a:ext cx="102221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5"/>
              </a:lnSpc>
              <a:buNone/>
            </a:pPr>
            <a:r>
              <a:rPr lang="en-US" sz="73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@SelfMadeLegends</a:t>
            </a:r>
            <a:endParaRPr lang="en-US" sz="730" dirty="0"/>
          </a:p>
        </p:txBody>
      </p:sp>
      <p:sp>
        <p:nvSpPr>
          <p:cNvPr id="28" name="Text 22"/>
          <p:cNvSpPr/>
          <p:nvPr/>
        </p:nvSpPr>
        <p:spPr>
          <a:xfrm>
            <a:off x="5304830" y="4295775"/>
            <a:ext cx="21580" cy="21580"/>
          </a:xfrm>
          <a:prstGeom prst="ellipse">
            <a:avLst/>
          </a:prstGeom>
          <a:solidFill>
            <a:srgbClr val="C9A84C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03599" y="4240345"/>
            <a:ext cx="132588" cy="13258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615702" y="4237137"/>
            <a:ext cx="102221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5"/>
              </a:lnSpc>
              <a:buNone/>
            </a:pPr>
            <a:r>
              <a:rPr lang="en-US" sz="73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@SelfMadeLegends</a:t>
            </a:r>
            <a:endParaRPr lang="en-US" sz="730" dirty="0"/>
          </a:p>
        </p:txBody>
      </p:sp>
      <p:sp>
        <p:nvSpPr>
          <p:cNvPr id="31" name="Text 24"/>
          <p:cNvSpPr/>
          <p:nvPr/>
        </p:nvSpPr>
        <p:spPr>
          <a:xfrm>
            <a:off x="3976100" y="4433292"/>
            <a:ext cx="1299701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40"/>
              </a:lnSpc>
              <a:buNone/>
            </a:pPr>
            <a:r>
              <a:rPr lang="en-US" sz="760" kern="0" spc="167" dirty="0">
                <a:solidFill>
                  <a:srgbClr val="C9A84C">
                    <a:alpha val="85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SELFMADELEGENDSZ.COM</a:t>
            </a:r>
            <a:endParaRPr lang="en-US" sz="76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>
            <a:alphaModFix amt="85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93353" y="4439403"/>
            <a:ext cx="132588" cy="13258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57200" y="4871740"/>
            <a:ext cx="8229600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C9A84C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6"/>
          <p:cNvSpPr/>
          <p:nvPr/>
        </p:nvSpPr>
        <p:spPr>
          <a:xfrm>
            <a:off x="2797865" y="4936480"/>
            <a:ext cx="3548271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560" kern="0" spc="45" dirty="0">
                <a:solidFill>
                  <a:srgbClr val="F5EDD6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Self Made Legends. All Rights Reserved. Unauthorized reproduction prohibited.</a:t>
            </a:r>
            <a:endParaRPr lang="en-US" sz="5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docgen</dc:creator>
  <cp:lastModifiedBy>King Leo Brown</cp:lastModifiedBy>
  <cp:revision>2</cp:revision>
  <dcterms:created xsi:type="dcterms:W3CDTF">2026-08-26T09:23:02Z</dcterms:created>
  <dcterms:modified xsi:type="dcterms:W3CDTF">2026-08-29T09:43:56Z</dcterms:modified>
</cp:coreProperties>
</file>